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80" r:id="rId4"/>
    <p:sldId id="268" r:id="rId5"/>
    <p:sldId id="281" r:id="rId6"/>
    <p:sldId id="267" r:id="rId7"/>
    <p:sldId id="282" r:id="rId8"/>
    <p:sldId id="294" r:id="rId9"/>
    <p:sldId id="275" r:id="rId10"/>
    <p:sldId id="286" r:id="rId11"/>
    <p:sldId id="297" r:id="rId12"/>
    <p:sldId id="293" r:id="rId13"/>
    <p:sldId id="284" r:id="rId14"/>
    <p:sldId id="259" r:id="rId15"/>
    <p:sldId id="285" r:id="rId16"/>
    <p:sldId id="305" r:id="rId17"/>
    <p:sldId id="265" r:id="rId18"/>
    <p:sldId id="269" r:id="rId19"/>
    <p:sldId id="263" r:id="rId20"/>
    <p:sldId id="287" r:id="rId21"/>
    <p:sldId id="276" r:id="rId22"/>
    <p:sldId id="279" r:id="rId23"/>
    <p:sldId id="306" r:id="rId24"/>
    <p:sldId id="278" r:id="rId25"/>
    <p:sldId id="307" r:id="rId26"/>
    <p:sldId id="288" r:id="rId27"/>
    <p:sldId id="300" r:id="rId28"/>
    <p:sldId id="277" r:id="rId29"/>
    <p:sldId id="302" r:id="rId30"/>
    <p:sldId id="301" r:id="rId31"/>
    <p:sldId id="264" r:id="rId32"/>
    <p:sldId id="303" r:id="rId33"/>
    <p:sldId id="272" r:id="rId34"/>
    <p:sldId id="304" r:id="rId35"/>
    <p:sldId id="273" r:id="rId36"/>
    <p:sldId id="290" r:id="rId37"/>
    <p:sldId id="295" r:id="rId38"/>
    <p:sldId id="271" r:id="rId39"/>
    <p:sldId id="296" r:id="rId40"/>
    <p:sldId id="274" r:id="rId41"/>
    <p:sldId id="29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6"/>
    <p:restoredTop sz="94787"/>
  </p:normalViewPr>
  <p:slideViewPr>
    <p:cSldViewPr snapToGrid="0">
      <p:cViewPr>
        <p:scale>
          <a:sx n="125" d="100"/>
          <a:sy n="125" d="100"/>
        </p:scale>
        <p:origin x="-5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D37A0C-6D1F-F242-9391-01EE04F93545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4FF16B-6E06-5E43-94F7-FAD4C4AA9D74}">
      <dgm:prSet phldrT="[Text]" custT="1"/>
      <dgm:spPr/>
      <dgm:t>
        <a:bodyPr/>
        <a:lstStyle/>
        <a:p>
          <a:r>
            <a:rPr lang="en-US" sz="1100" dirty="0"/>
            <a:t>Robotics</a:t>
          </a:r>
        </a:p>
      </dgm:t>
    </dgm:pt>
    <dgm:pt modelId="{B9EB85DB-26C6-0D42-B86D-580952D03D65}" type="sibTrans" cxnId="{D24E33C5-4744-FC4F-B910-401CD2212CCC}">
      <dgm:prSet/>
      <dgm:spPr/>
      <dgm:t>
        <a:bodyPr/>
        <a:lstStyle/>
        <a:p>
          <a:endParaRPr lang="en-US"/>
        </a:p>
      </dgm:t>
    </dgm:pt>
    <dgm:pt modelId="{4B904D77-D2B9-1E4F-A5EF-A3DE762E39C9}" type="parTrans" cxnId="{D24E33C5-4744-FC4F-B910-401CD2212CCC}">
      <dgm:prSet/>
      <dgm:spPr/>
      <dgm:t>
        <a:bodyPr/>
        <a:lstStyle/>
        <a:p>
          <a:endParaRPr lang="en-US"/>
        </a:p>
      </dgm:t>
    </dgm:pt>
    <dgm:pt modelId="{3E232816-6BDE-CC4A-811C-07925A7F75E2}">
      <dgm:prSet phldrT="[Text]" custT="1"/>
      <dgm:spPr/>
      <dgm:t>
        <a:bodyPr/>
        <a:lstStyle/>
        <a:p>
          <a:r>
            <a:rPr lang="en-US" sz="1100" dirty="0"/>
            <a:t>Autonomous (Adaptive)</a:t>
          </a:r>
        </a:p>
      </dgm:t>
    </dgm:pt>
    <dgm:pt modelId="{CF3BBCEB-403F-F04C-9CE8-34DD802F632F}" type="sibTrans" cxnId="{D699DF21-0025-7548-94EE-C9F43670955A}">
      <dgm:prSet/>
      <dgm:spPr/>
      <dgm:t>
        <a:bodyPr/>
        <a:lstStyle/>
        <a:p>
          <a:endParaRPr lang="en-US"/>
        </a:p>
      </dgm:t>
    </dgm:pt>
    <dgm:pt modelId="{4AD643B3-19C8-E641-AE75-8A4348AA42B8}" type="parTrans" cxnId="{D699DF21-0025-7548-94EE-C9F43670955A}">
      <dgm:prSet/>
      <dgm:spPr/>
      <dgm:t>
        <a:bodyPr/>
        <a:lstStyle/>
        <a:p>
          <a:endParaRPr lang="en-US" sz="1100"/>
        </a:p>
      </dgm:t>
    </dgm:pt>
    <dgm:pt modelId="{7FDE47B8-22DE-034B-A859-472CAD0F2163}">
      <dgm:prSet phldrT="[Text]" custT="1"/>
      <dgm:spPr/>
      <dgm:t>
        <a:bodyPr/>
        <a:lstStyle/>
        <a:p>
          <a:r>
            <a:rPr lang="en-US" sz="1100" dirty="0"/>
            <a:t>Single Robot Systems</a:t>
          </a:r>
        </a:p>
      </dgm:t>
    </dgm:pt>
    <dgm:pt modelId="{207922ED-7452-5142-9D32-343FFE2C3FAA}" type="sibTrans" cxnId="{1202BA0A-5B86-AA4A-9ACB-1EA0116C4EE3}">
      <dgm:prSet/>
      <dgm:spPr/>
      <dgm:t>
        <a:bodyPr/>
        <a:lstStyle/>
        <a:p>
          <a:endParaRPr lang="en-US"/>
        </a:p>
      </dgm:t>
    </dgm:pt>
    <dgm:pt modelId="{E72A5E34-B9E2-1E44-ABE0-DFE7C0AC5125}" type="parTrans" cxnId="{1202BA0A-5B86-AA4A-9ACB-1EA0116C4EE3}">
      <dgm:prSet/>
      <dgm:spPr/>
      <dgm:t>
        <a:bodyPr/>
        <a:lstStyle/>
        <a:p>
          <a:endParaRPr lang="en-US" sz="1100"/>
        </a:p>
      </dgm:t>
    </dgm:pt>
    <dgm:pt modelId="{CD0CDCC8-E0A1-2A49-B8BB-8C0AA4883921}">
      <dgm:prSet phldrT="[Text]" custT="1"/>
      <dgm:spPr/>
      <dgm:t>
        <a:bodyPr/>
        <a:lstStyle/>
        <a:p>
          <a:r>
            <a:rPr lang="en-US" sz="1100" dirty="0"/>
            <a:t>Multi-Robot Systems</a:t>
          </a:r>
        </a:p>
      </dgm:t>
    </dgm:pt>
    <dgm:pt modelId="{868591D5-5044-B946-9890-5B092AA10A1D}" type="sibTrans" cxnId="{2D53057F-74E4-C64F-BE07-D90E523A208B}">
      <dgm:prSet/>
      <dgm:spPr/>
      <dgm:t>
        <a:bodyPr/>
        <a:lstStyle/>
        <a:p>
          <a:endParaRPr lang="en-US"/>
        </a:p>
      </dgm:t>
    </dgm:pt>
    <dgm:pt modelId="{DF1E8C31-261F-984A-9218-DE7C0386AD47}" type="parTrans" cxnId="{2D53057F-74E4-C64F-BE07-D90E523A208B}">
      <dgm:prSet/>
      <dgm:spPr/>
      <dgm:t>
        <a:bodyPr/>
        <a:lstStyle/>
        <a:p>
          <a:endParaRPr lang="en-US" sz="1100"/>
        </a:p>
      </dgm:t>
    </dgm:pt>
    <dgm:pt modelId="{BACE2A98-0CF8-134E-B74E-2C79DE3B1865}">
      <dgm:prSet phldrT="[Text]" custT="1"/>
      <dgm:spPr/>
      <dgm:t>
        <a:bodyPr/>
        <a:lstStyle/>
        <a:p>
          <a:r>
            <a:rPr lang="en-US" sz="1100" dirty="0"/>
            <a:t>Homogenous</a:t>
          </a:r>
        </a:p>
      </dgm:t>
    </dgm:pt>
    <dgm:pt modelId="{B30E14DF-7B5D-F846-99E6-9ACA5511F575}" type="sibTrans" cxnId="{CD403DF1-5A02-AD4A-AF9B-CE32E2845A3F}">
      <dgm:prSet/>
      <dgm:spPr/>
      <dgm:t>
        <a:bodyPr/>
        <a:lstStyle/>
        <a:p>
          <a:endParaRPr lang="en-US"/>
        </a:p>
      </dgm:t>
    </dgm:pt>
    <dgm:pt modelId="{5F5BD56D-D0EE-D04B-A4CC-2ACEB68851EA}" type="parTrans" cxnId="{CD403DF1-5A02-AD4A-AF9B-CE32E2845A3F}">
      <dgm:prSet/>
      <dgm:spPr/>
      <dgm:t>
        <a:bodyPr/>
        <a:lstStyle/>
        <a:p>
          <a:endParaRPr lang="en-US" sz="1100"/>
        </a:p>
      </dgm:t>
    </dgm:pt>
    <dgm:pt modelId="{E49EB0BB-4386-A840-AF6E-43AC7ABD267A}">
      <dgm:prSet phldrT="[Text]" custT="1"/>
      <dgm:spPr/>
      <dgm:t>
        <a:bodyPr/>
        <a:lstStyle/>
        <a:p>
          <a:r>
            <a:rPr lang="en-US" sz="1100" dirty="0"/>
            <a:t>Adversarial</a:t>
          </a:r>
        </a:p>
      </dgm:t>
    </dgm:pt>
    <dgm:pt modelId="{A5F4C2A0-4502-AF47-A1A9-3F2F99A67C9B}" type="sibTrans" cxnId="{A361C502-C9D2-8B42-AEB8-F912C91F901A}">
      <dgm:prSet/>
      <dgm:spPr/>
      <dgm:t>
        <a:bodyPr/>
        <a:lstStyle/>
        <a:p>
          <a:endParaRPr lang="en-US"/>
        </a:p>
      </dgm:t>
    </dgm:pt>
    <dgm:pt modelId="{A4BEF84D-E9A2-724D-B51C-1152EC505F17}" type="parTrans" cxnId="{A361C502-C9D2-8B42-AEB8-F912C91F901A}">
      <dgm:prSet/>
      <dgm:spPr/>
      <dgm:t>
        <a:bodyPr/>
        <a:lstStyle/>
        <a:p>
          <a:endParaRPr lang="en-US" sz="1100"/>
        </a:p>
      </dgm:t>
    </dgm:pt>
    <dgm:pt modelId="{3500A8AB-BFB9-CE40-983D-21EA348A24D7}">
      <dgm:prSet phldrT="[Text]" custT="1"/>
      <dgm:spPr/>
      <dgm:t>
        <a:bodyPr/>
        <a:lstStyle/>
        <a:p>
          <a:r>
            <a:rPr lang="en-US" sz="1100" dirty="0"/>
            <a:t>Collaborative</a:t>
          </a:r>
        </a:p>
      </dgm:t>
    </dgm:pt>
    <dgm:pt modelId="{198D3458-3357-AE41-A424-0728785A6E79}" type="sibTrans" cxnId="{76D39FC5-657E-644D-B1F2-296ADD081A23}">
      <dgm:prSet/>
      <dgm:spPr/>
      <dgm:t>
        <a:bodyPr/>
        <a:lstStyle/>
        <a:p>
          <a:endParaRPr lang="en-US"/>
        </a:p>
      </dgm:t>
    </dgm:pt>
    <dgm:pt modelId="{688C228F-BD87-3945-86EB-126BC61041D7}" type="parTrans" cxnId="{76D39FC5-657E-644D-B1F2-296ADD081A23}">
      <dgm:prSet/>
      <dgm:spPr/>
      <dgm:t>
        <a:bodyPr/>
        <a:lstStyle/>
        <a:p>
          <a:endParaRPr lang="en-US" sz="1100"/>
        </a:p>
      </dgm:t>
    </dgm:pt>
    <dgm:pt modelId="{4E312711-516D-9948-8ADB-DC7296969005}">
      <dgm:prSet phldrT="[Text]" custT="1"/>
      <dgm:spPr/>
      <dgm:t>
        <a:bodyPr/>
        <a:lstStyle/>
        <a:p>
          <a:r>
            <a:rPr lang="en-US" sz="1100" dirty="0"/>
            <a:t>Heterogeneous</a:t>
          </a:r>
        </a:p>
      </dgm:t>
    </dgm:pt>
    <dgm:pt modelId="{4A689013-5C66-414B-9C47-5993B46D1409}" type="sibTrans" cxnId="{3520036E-619F-AE43-AAFE-EC3D1A3EE263}">
      <dgm:prSet/>
      <dgm:spPr/>
      <dgm:t>
        <a:bodyPr/>
        <a:lstStyle/>
        <a:p>
          <a:endParaRPr lang="en-US"/>
        </a:p>
      </dgm:t>
    </dgm:pt>
    <dgm:pt modelId="{F4440FC9-AB66-1847-949B-1EDD681162D3}" type="parTrans" cxnId="{3520036E-619F-AE43-AAFE-EC3D1A3EE263}">
      <dgm:prSet/>
      <dgm:spPr/>
      <dgm:t>
        <a:bodyPr/>
        <a:lstStyle/>
        <a:p>
          <a:endParaRPr lang="en-US" sz="1100"/>
        </a:p>
      </dgm:t>
    </dgm:pt>
    <dgm:pt modelId="{01920263-A4C7-984B-A31D-DA4AC1FBC154}">
      <dgm:prSet phldrT="[Text]" custT="1"/>
      <dgm:spPr/>
      <dgm:t>
        <a:bodyPr/>
        <a:lstStyle/>
        <a:p>
          <a:r>
            <a:rPr lang="en-US" sz="1100" dirty="0"/>
            <a:t>Human Controlled</a:t>
          </a:r>
        </a:p>
      </dgm:t>
    </dgm:pt>
    <dgm:pt modelId="{CC5675D5-5F2A-3840-9793-47B3DE25CE2F}" type="sibTrans" cxnId="{129BC9A0-BBFB-364B-A4BE-CCA9C1E4C536}">
      <dgm:prSet/>
      <dgm:spPr/>
      <dgm:t>
        <a:bodyPr/>
        <a:lstStyle/>
        <a:p>
          <a:endParaRPr lang="en-US"/>
        </a:p>
      </dgm:t>
    </dgm:pt>
    <dgm:pt modelId="{AEFB807A-2C9C-6340-8C53-C96335772AB7}" type="parTrans" cxnId="{129BC9A0-BBFB-364B-A4BE-CCA9C1E4C536}">
      <dgm:prSet/>
      <dgm:spPr/>
      <dgm:t>
        <a:bodyPr/>
        <a:lstStyle/>
        <a:p>
          <a:endParaRPr lang="en-US" sz="1100"/>
        </a:p>
      </dgm:t>
    </dgm:pt>
    <dgm:pt modelId="{BC5C454B-F951-C54A-AA89-F893EF002E75}">
      <dgm:prSet phldrT="[Text]" custT="1"/>
      <dgm:spPr/>
      <dgm:t>
        <a:bodyPr/>
        <a:lstStyle/>
        <a:p>
          <a:r>
            <a:rPr lang="en-US" sz="1100" dirty="0"/>
            <a:t>Human in the Loop</a:t>
          </a:r>
        </a:p>
      </dgm:t>
    </dgm:pt>
    <dgm:pt modelId="{A7285A28-30D9-1945-9628-BEF775D04C9C}" type="sibTrans" cxnId="{4A9936C6-61EB-D54E-8C0A-0778CAA58EDE}">
      <dgm:prSet/>
      <dgm:spPr/>
      <dgm:t>
        <a:bodyPr/>
        <a:lstStyle/>
        <a:p>
          <a:endParaRPr lang="en-US"/>
        </a:p>
      </dgm:t>
    </dgm:pt>
    <dgm:pt modelId="{3DA92C5C-5F5B-3D42-8012-0921A97EAE38}" type="parTrans" cxnId="{4A9936C6-61EB-D54E-8C0A-0778CAA58EDE}">
      <dgm:prSet/>
      <dgm:spPr/>
      <dgm:t>
        <a:bodyPr/>
        <a:lstStyle/>
        <a:p>
          <a:endParaRPr lang="en-US" sz="1100"/>
        </a:p>
      </dgm:t>
    </dgm:pt>
    <dgm:pt modelId="{0F2F43B9-C9E8-0040-8474-6DA84DCE7BC1}">
      <dgm:prSet phldrT="[Text]" custT="1"/>
      <dgm:spPr/>
      <dgm:t>
        <a:bodyPr/>
        <a:lstStyle/>
        <a:p>
          <a:r>
            <a:rPr lang="en-US" sz="1100" dirty="0"/>
            <a:t>Formation Control</a:t>
          </a:r>
        </a:p>
      </dgm:t>
    </dgm:pt>
    <dgm:pt modelId="{37C5F577-C870-1B46-97CA-561232E1895C}" type="parTrans" cxnId="{5B7494A1-5AF5-7D4E-92B0-4BF0AC836081}">
      <dgm:prSet/>
      <dgm:spPr/>
      <dgm:t>
        <a:bodyPr/>
        <a:lstStyle/>
        <a:p>
          <a:endParaRPr lang="en-US" sz="1100"/>
        </a:p>
      </dgm:t>
    </dgm:pt>
    <dgm:pt modelId="{F85B54CB-DC4E-A94E-BCBA-F99DB7B6957B}" type="sibTrans" cxnId="{5B7494A1-5AF5-7D4E-92B0-4BF0AC836081}">
      <dgm:prSet/>
      <dgm:spPr/>
      <dgm:t>
        <a:bodyPr/>
        <a:lstStyle/>
        <a:p>
          <a:endParaRPr lang="en-US"/>
        </a:p>
      </dgm:t>
    </dgm:pt>
    <dgm:pt modelId="{D141CABA-7BE6-0644-8D86-C411B0DECBC4}">
      <dgm:prSet phldrT="[Text]" custT="1"/>
      <dgm:spPr/>
      <dgm:t>
        <a:bodyPr/>
        <a:lstStyle/>
        <a:p>
          <a:r>
            <a:rPr lang="en-US" sz="1100" dirty="0"/>
            <a:t>Task Execution</a:t>
          </a:r>
        </a:p>
      </dgm:t>
    </dgm:pt>
    <dgm:pt modelId="{0E74DD1B-67C6-0440-A55F-88416FEF2D7F}" type="parTrans" cxnId="{12D265BD-C5F8-104A-B670-AF939A69F9B0}">
      <dgm:prSet/>
      <dgm:spPr/>
      <dgm:t>
        <a:bodyPr/>
        <a:lstStyle/>
        <a:p>
          <a:endParaRPr lang="en-US" sz="1100"/>
        </a:p>
      </dgm:t>
    </dgm:pt>
    <dgm:pt modelId="{8F288B68-10FE-C644-9D42-87E8EC250B3E}" type="sibTrans" cxnId="{12D265BD-C5F8-104A-B670-AF939A69F9B0}">
      <dgm:prSet/>
      <dgm:spPr/>
      <dgm:t>
        <a:bodyPr/>
        <a:lstStyle/>
        <a:p>
          <a:endParaRPr lang="en-US"/>
        </a:p>
      </dgm:t>
    </dgm:pt>
    <dgm:pt modelId="{418F33B4-C96F-AF4D-BB95-CA79094A3166}">
      <dgm:prSet phldrT="[Text]" custT="1"/>
      <dgm:spPr/>
      <dgm:t>
        <a:bodyPr/>
        <a:lstStyle/>
        <a:p>
          <a:r>
            <a:rPr lang="en-US" sz="1100" dirty="0"/>
            <a:t>Navigation</a:t>
          </a:r>
        </a:p>
      </dgm:t>
    </dgm:pt>
    <dgm:pt modelId="{241730F7-61CA-104B-B97E-C45D3F1DB88D}" type="parTrans" cxnId="{CA908E5D-38B7-3040-93E3-36E373066E5D}">
      <dgm:prSet/>
      <dgm:spPr/>
      <dgm:t>
        <a:bodyPr/>
        <a:lstStyle/>
        <a:p>
          <a:endParaRPr lang="en-US" sz="1100"/>
        </a:p>
      </dgm:t>
    </dgm:pt>
    <dgm:pt modelId="{7AB9ECF2-0799-CD40-82DE-06CCD122C2D4}" type="sibTrans" cxnId="{CA908E5D-38B7-3040-93E3-36E373066E5D}">
      <dgm:prSet/>
      <dgm:spPr/>
      <dgm:t>
        <a:bodyPr/>
        <a:lstStyle/>
        <a:p>
          <a:endParaRPr lang="en-US"/>
        </a:p>
      </dgm:t>
    </dgm:pt>
    <dgm:pt modelId="{C0AB7101-371D-A944-853B-25264C820C77}">
      <dgm:prSet phldrT="[Text]" custT="1"/>
      <dgm:spPr/>
      <dgm:t>
        <a:bodyPr/>
        <a:lstStyle/>
        <a:p>
          <a:r>
            <a:rPr lang="en-US" sz="1100" dirty="0"/>
            <a:t>Scalar Fields</a:t>
          </a:r>
        </a:p>
      </dgm:t>
    </dgm:pt>
    <dgm:pt modelId="{D812262D-CCC8-1B48-9245-39C3604B87BD}" type="parTrans" cxnId="{89267B01-B674-334F-A12C-7F82B6EB8FD5}">
      <dgm:prSet/>
      <dgm:spPr/>
      <dgm:t>
        <a:bodyPr/>
        <a:lstStyle/>
        <a:p>
          <a:endParaRPr lang="en-US" sz="1100"/>
        </a:p>
      </dgm:t>
    </dgm:pt>
    <dgm:pt modelId="{751EF168-FB25-D541-954E-BE15E501DEDB}" type="sibTrans" cxnId="{89267B01-B674-334F-A12C-7F82B6EB8FD5}">
      <dgm:prSet/>
      <dgm:spPr/>
      <dgm:t>
        <a:bodyPr/>
        <a:lstStyle/>
        <a:p>
          <a:endParaRPr lang="en-US"/>
        </a:p>
      </dgm:t>
    </dgm:pt>
    <dgm:pt modelId="{FC423424-5D63-7441-8572-2715C83806FA}">
      <dgm:prSet phldrT="[Text]" custT="1"/>
      <dgm:spPr/>
      <dgm:t>
        <a:bodyPr/>
        <a:lstStyle/>
        <a:p>
          <a:r>
            <a:rPr lang="en-US" sz="1100" dirty="0"/>
            <a:t>Vector Fields</a:t>
          </a:r>
        </a:p>
      </dgm:t>
    </dgm:pt>
    <dgm:pt modelId="{D00CE0DD-7FC0-F742-B9CE-7F9750218958}" type="parTrans" cxnId="{18FE0BE4-BC84-3E4E-9443-39D680209AC7}">
      <dgm:prSet/>
      <dgm:spPr/>
      <dgm:t>
        <a:bodyPr/>
        <a:lstStyle/>
        <a:p>
          <a:endParaRPr lang="en-US" sz="1100"/>
        </a:p>
      </dgm:t>
    </dgm:pt>
    <dgm:pt modelId="{5003E118-8176-0D40-9A74-4217E11E8083}" type="sibTrans" cxnId="{18FE0BE4-BC84-3E4E-9443-39D680209AC7}">
      <dgm:prSet/>
      <dgm:spPr/>
      <dgm:t>
        <a:bodyPr/>
        <a:lstStyle/>
        <a:p>
          <a:endParaRPr lang="en-US"/>
        </a:p>
      </dgm:t>
    </dgm:pt>
    <dgm:pt modelId="{169F5636-987D-5A43-A2B6-144DDB392A76}">
      <dgm:prSet phldrT="[Text]" custT="1"/>
      <dgm:spPr/>
      <dgm:t>
        <a:bodyPr/>
        <a:lstStyle/>
        <a:p>
          <a:r>
            <a:rPr lang="en-US" sz="1100" dirty="0"/>
            <a:t>Autonomous (Conventional)</a:t>
          </a:r>
        </a:p>
      </dgm:t>
    </dgm:pt>
    <dgm:pt modelId="{539229D2-7585-9E43-94A8-53BF8B294404}" type="parTrans" cxnId="{095E55FA-FE09-8A45-ABB5-E378853CD829}">
      <dgm:prSet/>
      <dgm:spPr/>
      <dgm:t>
        <a:bodyPr/>
        <a:lstStyle/>
        <a:p>
          <a:endParaRPr lang="en-US"/>
        </a:p>
      </dgm:t>
    </dgm:pt>
    <dgm:pt modelId="{FB37FE13-3643-9948-BEF4-BBF029DDA62D}" type="sibTrans" cxnId="{095E55FA-FE09-8A45-ABB5-E378853CD829}">
      <dgm:prSet/>
      <dgm:spPr/>
      <dgm:t>
        <a:bodyPr/>
        <a:lstStyle/>
        <a:p>
          <a:endParaRPr lang="en-US"/>
        </a:p>
      </dgm:t>
    </dgm:pt>
    <dgm:pt modelId="{4F411287-0BBC-5E4F-97AD-A96A18552E8D}" type="pres">
      <dgm:prSet presAssocID="{52D37A0C-6D1F-F242-9391-01EE04F935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047A94-FDC3-564D-B354-0127B8119078}" type="pres">
      <dgm:prSet presAssocID="{CE4FF16B-6E06-5E43-94F7-FAD4C4AA9D74}" presName="hierRoot1" presStyleCnt="0"/>
      <dgm:spPr/>
    </dgm:pt>
    <dgm:pt modelId="{0FDF4A8D-2F35-974A-8ACB-3631BC98D193}" type="pres">
      <dgm:prSet presAssocID="{CE4FF16B-6E06-5E43-94F7-FAD4C4AA9D74}" presName="composite" presStyleCnt="0"/>
      <dgm:spPr/>
    </dgm:pt>
    <dgm:pt modelId="{CEBBEFF2-4BA2-F148-99EB-45E44549DA47}" type="pres">
      <dgm:prSet presAssocID="{CE4FF16B-6E06-5E43-94F7-FAD4C4AA9D74}" presName="background" presStyleLbl="node0" presStyleIdx="0" presStyleCnt="1"/>
      <dgm:spPr>
        <a:noFill/>
      </dgm:spPr>
    </dgm:pt>
    <dgm:pt modelId="{9D034F19-BE9D-8E44-B405-2552358D6590}" type="pres">
      <dgm:prSet presAssocID="{CE4FF16B-6E06-5E43-94F7-FAD4C4AA9D74}" presName="text" presStyleLbl="fgAcc0" presStyleIdx="0" presStyleCnt="1" custLinFactNeighborX="35395" custLinFactNeighborY="3802">
        <dgm:presLayoutVars>
          <dgm:chPref val="3"/>
        </dgm:presLayoutVars>
      </dgm:prSet>
      <dgm:spPr/>
    </dgm:pt>
    <dgm:pt modelId="{8B888F22-3BEA-CB48-8369-5E96D274EDE9}" type="pres">
      <dgm:prSet presAssocID="{CE4FF16B-6E06-5E43-94F7-FAD4C4AA9D74}" presName="hierChild2" presStyleCnt="0"/>
      <dgm:spPr/>
    </dgm:pt>
    <dgm:pt modelId="{EBC54D08-2A4E-E845-9371-57EA21602D67}" type="pres">
      <dgm:prSet presAssocID="{4AD643B3-19C8-E641-AE75-8A4348AA42B8}" presName="Name10" presStyleLbl="parChTrans1D2" presStyleIdx="0" presStyleCnt="4"/>
      <dgm:spPr/>
    </dgm:pt>
    <dgm:pt modelId="{C69F369F-233C-1742-B870-681F853891D5}" type="pres">
      <dgm:prSet presAssocID="{3E232816-6BDE-CC4A-811C-07925A7F75E2}" presName="hierRoot2" presStyleCnt="0"/>
      <dgm:spPr/>
    </dgm:pt>
    <dgm:pt modelId="{26B2EDD4-C3C8-8A4F-8F05-03B8F1D446D8}" type="pres">
      <dgm:prSet presAssocID="{3E232816-6BDE-CC4A-811C-07925A7F75E2}" presName="composite2" presStyleCnt="0"/>
      <dgm:spPr/>
    </dgm:pt>
    <dgm:pt modelId="{2E78A191-E590-1241-B021-5282D45BDAFD}" type="pres">
      <dgm:prSet presAssocID="{3E232816-6BDE-CC4A-811C-07925A7F75E2}" presName="background2" presStyleLbl="node2" presStyleIdx="0" presStyleCnt="4"/>
      <dgm:spPr>
        <a:noFill/>
      </dgm:spPr>
    </dgm:pt>
    <dgm:pt modelId="{1365893D-45E8-D248-AB8B-1A1B05DBA619}" type="pres">
      <dgm:prSet presAssocID="{3E232816-6BDE-CC4A-811C-07925A7F75E2}" presName="text2" presStyleLbl="fgAcc2" presStyleIdx="0" presStyleCnt="4" custScaleX="116918">
        <dgm:presLayoutVars>
          <dgm:chPref val="3"/>
        </dgm:presLayoutVars>
      </dgm:prSet>
      <dgm:spPr/>
    </dgm:pt>
    <dgm:pt modelId="{A48B3A12-E115-2144-8063-03DD072CC434}" type="pres">
      <dgm:prSet presAssocID="{3E232816-6BDE-CC4A-811C-07925A7F75E2}" presName="hierChild3" presStyleCnt="0"/>
      <dgm:spPr/>
    </dgm:pt>
    <dgm:pt modelId="{3CB415AC-7B80-BA4F-960D-828936FE8FF3}" type="pres">
      <dgm:prSet presAssocID="{E72A5E34-B9E2-1E44-ABE0-DFE7C0AC5125}" presName="Name17" presStyleLbl="parChTrans1D3" presStyleIdx="0" presStyleCnt="2"/>
      <dgm:spPr/>
    </dgm:pt>
    <dgm:pt modelId="{9651A75F-E898-5549-A160-1DBC22422525}" type="pres">
      <dgm:prSet presAssocID="{7FDE47B8-22DE-034B-A859-472CAD0F2163}" presName="hierRoot3" presStyleCnt="0"/>
      <dgm:spPr/>
    </dgm:pt>
    <dgm:pt modelId="{DCF65F04-59FA-154B-B53A-76CB83B61C7C}" type="pres">
      <dgm:prSet presAssocID="{7FDE47B8-22DE-034B-A859-472CAD0F2163}" presName="composite3" presStyleCnt="0"/>
      <dgm:spPr/>
    </dgm:pt>
    <dgm:pt modelId="{7BABC9D1-BC71-CE48-A31A-42849D36FEEB}" type="pres">
      <dgm:prSet presAssocID="{7FDE47B8-22DE-034B-A859-472CAD0F2163}" presName="background3" presStyleLbl="node3" presStyleIdx="0" presStyleCnt="2"/>
      <dgm:spPr>
        <a:noFill/>
      </dgm:spPr>
    </dgm:pt>
    <dgm:pt modelId="{597584DF-434B-DC48-AB72-C7D4D35CCBDE}" type="pres">
      <dgm:prSet presAssocID="{7FDE47B8-22DE-034B-A859-472CAD0F2163}" presName="text3" presStyleLbl="fgAcc3" presStyleIdx="0" presStyleCnt="2">
        <dgm:presLayoutVars>
          <dgm:chPref val="3"/>
        </dgm:presLayoutVars>
      </dgm:prSet>
      <dgm:spPr/>
    </dgm:pt>
    <dgm:pt modelId="{1DC60D1F-E821-044E-B188-4960CB9A1CCA}" type="pres">
      <dgm:prSet presAssocID="{7FDE47B8-22DE-034B-A859-472CAD0F2163}" presName="hierChild4" presStyleCnt="0"/>
      <dgm:spPr/>
    </dgm:pt>
    <dgm:pt modelId="{99DE6AA4-AB54-E44F-BCAF-AC99E0111100}" type="pres">
      <dgm:prSet presAssocID="{DF1E8C31-261F-984A-9218-DE7C0386AD47}" presName="Name17" presStyleLbl="parChTrans1D3" presStyleIdx="1" presStyleCnt="2"/>
      <dgm:spPr/>
    </dgm:pt>
    <dgm:pt modelId="{A94C29B1-389D-C443-8F58-F68B57C84187}" type="pres">
      <dgm:prSet presAssocID="{CD0CDCC8-E0A1-2A49-B8BB-8C0AA4883921}" presName="hierRoot3" presStyleCnt="0"/>
      <dgm:spPr/>
    </dgm:pt>
    <dgm:pt modelId="{28489005-67E2-8142-B886-61AA7A027291}" type="pres">
      <dgm:prSet presAssocID="{CD0CDCC8-E0A1-2A49-B8BB-8C0AA4883921}" presName="composite3" presStyleCnt="0"/>
      <dgm:spPr/>
    </dgm:pt>
    <dgm:pt modelId="{BC5BA88A-F797-4645-8464-044F4AC387D2}" type="pres">
      <dgm:prSet presAssocID="{CD0CDCC8-E0A1-2A49-B8BB-8C0AA4883921}" presName="background3" presStyleLbl="node3" presStyleIdx="1" presStyleCnt="2"/>
      <dgm:spPr>
        <a:noFill/>
      </dgm:spPr>
    </dgm:pt>
    <dgm:pt modelId="{65E6CB5A-9E5E-9148-A435-6A01D77BF049}" type="pres">
      <dgm:prSet presAssocID="{CD0CDCC8-E0A1-2A49-B8BB-8C0AA4883921}" presName="text3" presStyleLbl="fgAcc3" presStyleIdx="1" presStyleCnt="2">
        <dgm:presLayoutVars>
          <dgm:chPref val="3"/>
        </dgm:presLayoutVars>
      </dgm:prSet>
      <dgm:spPr/>
    </dgm:pt>
    <dgm:pt modelId="{700C354D-9282-264D-BAC1-469BFC9C10F8}" type="pres">
      <dgm:prSet presAssocID="{CD0CDCC8-E0A1-2A49-B8BB-8C0AA4883921}" presName="hierChild4" presStyleCnt="0"/>
      <dgm:spPr/>
    </dgm:pt>
    <dgm:pt modelId="{9E211878-3832-1242-8EE2-FD8C645D52AF}" type="pres">
      <dgm:prSet presAssocID="{5F5BD56D-D0EE-D04B-A4CC-2ACEB68851EA}" presName="Name23" presStyleLbl="parChTrans1D4" presStyleIdx="0" presStyleCnt="9"/>
      <dgm:spPr/>
    </dgm:pt>
    <dgm:pt modelId="{50BACE1A-236A-4B46-A42E-DEF00C9BA60D}" type="pres">
      <dgm:prSet presAssocID="{BACE2A98-0CF8-134E-B74E-2C79DE3B1865}" presName="hierRoot4" presStyleCnt="0"/>
      <dgm:spPr/>
    </dgm:pt>
    <dgm:pt modelId="{433D92DE-34B7-684E-84A3-A3C2CD7FAA36}" type="pres">
      <dgm:prSet presAssocID="{BACE2A98-0CF8-134E-B74E-2C79DE3B1865}" presName="composite4" presStyleCnt="0"/>
      <dgm:spPr/>
    </dgm:pt>
    <dgm:pt modelId="{6489A61F-AC15-9944-8031-5159172F906F}" type="pres">
      <dgm:prSet presAssocID="{BACE2A98-0CF8-134E-B74E-2C79DE3B1865}" presName="background4" presStyleLbl="node4" presStyleIdx="0" presStyleCnt="9"/>
      <dgm:spPr>
        <a:noFill/>
      </dgm:spPr>
    </dgm:pt>
    <dgm:pt modelId="{39E7CCC6-FF4F-B54E-BCC6-38CBE17F2887}" type="pres">
      <dgm:prSet presAssocID="{BACE2A98-0CF8-134E-B74E-2C79DE3B1865}" presName="text4" presStyleLbl="fgAcc4" presStyleIdx="0" presStyleCnt="9" custScaleX="143412">
        <dgm:presLayoutVars>
          <dgm:chPref val="3"/>
        </dgm:presLayoutVars>
      </dgm:prSet>
      <dgm:spPr/>
    </dgm:pt>
    <dgm:pt modelId="{49DA656B-7D24-F14D-816F-DEB9CD5D2036}" type="pres">
      <dgm:prSet presAssocID="{BACE2A98-0CF8-134E-B74E-2C79DE3B1865}" presName="hierChild5" presStyleCnt="0"/>
      <dgm:spPr/>
    </dgm:pt>
    <dgm:pt modelId="{F1DAFB20-CC41-0346-A3FB-07756C012772}" type="pres">
      <dgm:prSet presAssocID="{A4BEF84D-E9A2-724D-B51C-1152EC505F17}" presName="Name23" presStyleLbl="parChTrans1D4" presStyleIdx="1" presStyleCnt="9"/>
      <dgm:spPr/>
    </dgm:pt>
    <dgm:pt modelId="{B88679E7-D41C-5D4C-8544-42C1446F972D}" type="pres">
      <dgm:prSet presAssocID="{E49EB0BB-4386-A840-AF6E-43AC7ABD267A}" presName="hierRoot4" presStyleCnt="0"/>
      <dgm:spPr/>
    </dgm:pt>
    <dgm:pt modelId="{33B758C8-8DDD-3145-A936-DFC3CAFCB5B7}" type="pres">
      <dgm:prSet presAssocID="{E49EB0BB-4386-A840-AF6E-43AC7ABD267A}" presName="composite4" presStyleCnt="0"/>
      <dgm:spPr/>
    </dgm:pt>
    <dgm:pt modelId="{151A3B40-48B6-6C47-BFC2-60E0D62C9074}" type="pres">
      <dgm:prSet presAssocID="{E49EB0BB-4386-A840-AF6E-43AC7ABD267A}" presName="background4" presStyleLbl="node4" presStyleIdx="1" presStyleCnt="9"/>
      <dgm:spPr>
        <a:noFill/>
      </dgm:spPr>
    </dgm:pt>
    <dgm:pt modelId="{E0B33AC5-E7F3-4241-A2AC-F43595C0BCAA}" type="pres">
      <dgm:prSet presAssocID="{E49EB0BB-4386-A840-AF6E-43AC7ABD267A}" presName="text4" presStyleLbl="fgAcc4" presStyleIdx="1" presStyleCnt="9" custScaleX="121497">
        <dgm:presLayoutVars>
          <dgm:chPref val="3"/>
        </dgm:presLayoutVars>
      </dgm:prSet>
      <dgm:spPr/>
    </dgm:pt>
    <dgm:pt modelId="{B5497F3D-C49B-8C4C-8DA0-7C545C819595}" type="pres">
      <dgm:prSet presAssocID="{E49EB0BB-4386-A840-AF6E-43AC7ABD267A}" presName="hierChild5" presStyleCnt="0"/>
      <dgm:spPr/>
    </dgm:pt>
    <dgm:pt modelId="{FE007B2E-5B34-A248-AE60-6FF231CE7E65}" type="pres">
      <dgm:prSet presAssocID="{688C228F-BD87-3945-86EB-126BC61041D7}" presName="Name23" presStyleLbl="parChTrans1D4" presStyleIdx="2" presStyleCnt="9"/>
      <dgm:spPr/>
    </dgm:pt>
    <dgm:pt modelId="{9B85DFC0-1ADF-B94D-8A7D-D4E61750223F}" type="pres">
      <dgm:prSet presAssocID="{3500A8AB-BFB9-CE40-983D-21EA348A24D7}" presName="hierRoot4" presStyleCnt="0"/>
      <dgm:spPr/>
    </dgm:pt>
    <dgm:pt modelId="{D33C527E-06AF-7041-9390-3E2618A22303}" type="pres">
      <dgm:prSet presAssocID="{3500A8AB-BFB9-CE40-983D-21EA348A24D7}" presName="composite4" presStyleCnt="0"/>
      <dgm:spPr/>
    </dgm:pt>
    <dgm:pt modelId="{696095EB-A427-214A-A6FB-171613C06280}" type="pres">
      <dgm:prSet presAssocID="{3500A8AB-BFB9-CE40-983D-21EA348A24D7}" presName="background4" presStyleLbl="node4" presStyleIdx="2" presStyleCnt="9"/>
      <dgm:spPr>
        <a:noFill/>
      </dgm:spPr>
    </dgm:pt>
    <dgm:pt modelId="{29D1367E-9C35-1F4B-A5A7-B10448363D39}" type="pres">
      <dgm:prSet presAssocID="{3500A8AB-BFB9-CE40-983D-21EA348A24D7}" presName="text4" presStyleLbl="fgAcc4" presStyleIdx="2" presStyleCnt="9" custScaleX="131633">
        <dgm:presLayoutVars>
          <dgm:chPref val="3"/>
        </dgm:presLayoutVars>
      </dgm:prSet>
      <dgm:spPr/>
    </dgm:pt>
    <dgm:pt modelId="{5AF39403-11DD-7A42-B76F-12E2AE207D66}" type="pres">
      <dgm:prSet presAssocID="{3500A8AB-BFB9-CE40-983D-21EA348A24D7}" presName="hierChild5" presStyleCnt="0"/>
      <dgm:spPr/>
    </dgm:pt>
    <dgm:pt modelId="{9D7EAAB5-7EA5-9545-8551-282062324F4E}" type="pres">
      <dgm:prSet presAssocID="{0E74DD1B-67C6-0440-A55F-88416FEF2D7F}" presName="Name23" presStyleLbl="parChTrans1D4" presStyleIdx="3" presStyleCnt="9"/>
      <dgm:spPr/>
    </dgm:pt>
    <dgm:pt modelId="{4A6CA8AE-B65C-4D45-8BD0-C25EAA96BBA9}" type="pres">
      <dgm:prSet presAssocID="{D141CABA-7BE6-0644-8D86-C411B0DECBC4}" presName="hierRoot4" presStyleCnt="0"/>
      <dgm:spPr/>
    </dgm:pt>
    <dgm:pt modelId="{B90C2F72-D5E2-C946-B931-C4B555589C22}" type="pres">
      <dgm:prSet presAssocID="{D141CABA-7BE6-0644-8D86-C411B0DECBC4}" presName="composite4" presStyleCnt="0"/>
      <dgm:spPr/>
    </dgm:pt>
    <dgm:pt modelId="{A0AD9054-23CB-8E46-B289-CDF375DAA6CD}" type="pres">
      <dgm:prSet presAssocID="{D141CABA-7BE6-0644-8D86-C411B0DECBC4}" presName="background4" presStyleLbl="node4" presStyleIdx="3" presStyleCnt="9"/>
      <dgm:spPr>
        <a:noFill/>
      </dgm:spPr>
    </dgm:pt>
    <dgm:pt modelId="{EF853E39-7AB8-2344-AD5A-A414181FE71B}" type="pres">
      <dgm:prSet presAssocID="{D141CABA-7BE6-0644-8D86-C411B0DECBC4}" presName="text4" presStyleLbl="fgAcc4" presStyleIdx="3" presStyleCnt="9">
        <dgm:presLayoutVars>
          <dgm:chPref val="3"/>
        </dgm:presLayoutVars>
      </dgm:prSet>
      <dgm:spPr/>
    </dgm:pt>
    <dgm:pt modelId="{A1FAA20F-1810-FC44-A0A7-E0E7C686669E}" type="pres">
      <dgm:prSet presAssocID="{D141CABA-7BE6-0644-8D86-C411B0DECBC4}" presName="hierChild5" presStyleCnt="0"/>
      <dgm:spPr/>
    </dgm:pt>
    <dgm:pt modelId="{8F7220B6-1DD3-5147-87ED-1688C03BB6D0}" type="pres">
      <dgm:prSet presAssocID="{37C5F577-C870-1B46-97CA-561232E1895C}" presName="Name23" presStyleLbl="parChTrans1D4" presStyleIdx="4" presStyleCnt="9"/>
      <dgm:spPr/>
    </dgm:pt>
    <dgm:pt modelId="{7610BE42-E202-674D-A392-04815DC5A03F}" type="pres">
      <dgm:prSet presAssocID="{0F2F43B9-C9E8-0040-8474-6DA84DCE7BC1}" presName="hierRoot4" presStyleCnt="0"/>
      <dgm:spPr/>
    </dgm:pt>
    <dgm:pt modelId="{E602C64D-A67E-9942-9491-A29487B621D2}" type="pres">
      <dgm:prSet presAssocID="{0F2F43B9-C9E8-0040-8474-6DA84DCE7BC1}" presName="composite4" presStyleCnt="0"/>
      <dgm:spPr/>
    </dgm:pt>
    <dgm:pt modelId="{74D000CB-B371-8C45-AF9B-FB32EE3E63E7}" type="pres">
      <dgm:prSet presAssocID="{0F2F43B9-C9E8-0040-8474-6DA84DCE7BC1}" presName="background4" presStyleLbl="node4" presStyleIdx="4" presStyleCnt="9"/>
      <dgm:spPr>
        <a:noFill/>
      </dgm:spPr>
    </dgm:pt>
    <dgm:pt modelId="{EB03EB6F-D00B-E844-8045-6BABDA385710}" type="pres">
      <dgm:prSet presAssocID="{0F2F43B9-C9E8-0040-8474-6DA84DCE7BC1}" presName="text4" presStyleLbl="fgAcc4" presStyleIdx="4" presStyleCnt="9" custScaleX="156297">
        <dgm:presLayoutVars>
          <dgm:chPref val="3"/>
        </dgm:presLayoutVars>
      </dgm:prSet>
      <dgm:spPr/>
    </dgm:pt>
    <dgm:pt modelId="{748BA738-2B43-1248-A9FA-0A55B099043E}" type="pres">
      <dgm:prSet presAssocID="{0F2F43B9-C9E8-0040-8474-6DA84DCE7BC1}" presName="hierChild5" presStyleCnt="0"/>
      <dgm:spPr/>
    </dgm:pt>
    <dgm:pt modelId="{30FE87EA-C7A1-A946-BA04-7BFD84FCA296}" type="pres">
      <dgm:prSet presAssocID="{241730F7-61CA-104B-B97E-C45D3F1DB88D}" presName="Name23" presStyleLbl="parChTrans1D4" presStyleIdx="5" presStyleCnt="9"/>
      <dgm:spPr/>
    </dgm:pt>
    <dgm:pt modelId="{AC1F6220-D22D-2F42-B000-F096374C7838}" type="pres">
      <dgm:prSet presAssocID="{418F33B4-C96F-AF4D-BB95-CA79094A3166}" presName="hierRoot4" presStyleCnt="0"/>
      <dgm:spPr/>
    </dgm:pt>
    <dgm:pt modelId="{38FE5CB1-EE07-2F4F-A08B-BD93B45B5B23}" type="pres">
      <dgm:prSet presAssocID="{418F33B4-C96F-AF4D-BB95-CA79094A3166}" presName="composite4" presStyleCnt="0"/>
      <dgm:spPr/>
    </dgm:pt>
    <dgm:pt modelId="{31CDE845-C0AE-E543-94B8-26C8A6AE5E76}" type="pres">
      <dgm:prSet presAssocID="{418F33B4-C96F-AF4D-BB95-CA79094A3166}" presName="background4" presStyleLbl="node4" presStyleIdx="5" presStyleCnt="9"/>
      <dgm:spPr>
        <a:noFill/>
      </dgm:spPr>
    </dgm:pt>
    <dgm:pt modelId="{3541AEEB-F619-7B41-853B-FA3B8FF75B72}" type="pres">
      <dgm:prSet presAssocID="{418F33B4-C96F-AF4D-BB95-CA79094A3166}" presName="text4" presStyleLbl="fgAcc4" presStyleIdx="5" presStyleCnt="9">
        <dgm:presLayoutVars>
          <dgm:chPref val="3"/>
        </dgm:presLayoutVars>
      </dgm:prSet>
      <dgm:spPr/>
    </dgm:pt>
    <dgm:pt modelId="{7C0B2D1D-E883-5D40-B149-EAF379864251}" type="pres">
      <dgm:prSet presAssocID="{418F33B4-C96F-AF4D-BB95-CA79094A3166}" presName="hierChild5" presStyleCnt="0"/>
      <dgm:spPr/>
    </dgm:pt>
    <dgm:pt modelId="{74CDDFF5-9473-4745-B427-B2F6ECD7CE9B}" type="pres">
      <dgm:prSet presAssocID="{D812262D-CCC8-1B48-9245-39C3604B87BD}" presName="Name23" presStyleLbl="parChTrans1D4" presStyleIdx="6" presStyleCnt="9"/>
      <dgm:spPr/>
    </dgm:pt>
    <dgm:pt modelId="{9B5A4289-C297-2B41-99AD-30915BAA0678}" type="pres">
      <dgm:prSet presAssocID="{C0AB7101-371D-A944-853B-25264C820C77}" presName="hierRoot4" presStyleCnt="0"/>
      <dgm:spPr/>
    </dgm:pt>
    <dgm:pt modelId="{B1738E67-426F-FA4B-9A24-91FBDA1D175C}" type="pres">
      <dgm:prSet presAssocID="{C0AB7101-371D-A944-853B-25264C820C77}" presName="composite4" presStyleCnt="0"/>
      <dgm:spPr/>
    </dgm:pt>
    <dgm:pt modelId="{DA1B578A-6F7D-FA4B-A0BE-D333C1D56722}" type="pres">
      <dgm:prSet presAssocID="{C0AB7101-371D-A944-853B-25264C820C77}" presName="background4" presStyleLbl="node4" presStyleIdx="6" presStyleCnt="9"/>
      <dgm:spPr>
        <a:noFill/>
      </dgm:spPr>
    </dgm:pt>
    <dgm:pt modelId="{5BD511B0-DD60-DD4A-B654-078F259149E1}" type="pres">
      <dgm:prSet presAssocID="{C0AB7101-371D-A944-853B-25264C820C77}" presName="text4" presStyleLbl="fgAcc4" presStyleIdx="6" presStyleCnt="9" custLinFactNeighborX="-32481" custLinFactNeighborY="641">
        <dgm:presLayoutVars>
          <dgm:chPref val="3"/>
        </dgm:presLayoutVars>
      </dgm:prSet>
      <dgm:spPr/>
    </dgm:pt>
    <dgm:pt modelId="{4B7ABAC6-6DBF-DD4F-8693-04EFA3CBBF62}" type="pres">
      <dgm:prSet presAssocID="{C0AB7101-371D-A944-853B-25264C820C77}" presName="hierChild5" presStyleCnt="0"/>
      <dgm:spPr/>
    </dgm:pt>
    <dgm:pt modelId="{72D39282-5208-774F-BCAB-7145EE5CE648}" type="pres">
      <dgm:prSet presAssocID="{D00CE0DD-7FC0-F742-B9CE-7F9750218958}" presName="Name23" presStyleLbl="parChTrans1D4" presStyleIdx="7" presStyleCnt="9"/>
      <dgm:spPr/>
    </dgm:pt>
    <dgm:pt modelId="{FB9D4780-D342-274F-AFF8-146760C2E71B}" type="pres">
      <dgm:prSet presAssocID="{FC423424-5D63-7441-8572-2715C83806FA}" presName="hierRoot4" presStyleCnt="0"/>
      <dgm:spPr/>
    </dgm:pt>
    <dgm:pt modelId="{70B79DFF-B04A-B740-813A-3064B57F8BE1}" type="pres">
      <dgm:prSet presAssocID="{FC423424-5D63-7441-8572-2715C83806FA}" presName="composite4" presStyleCnt="0"/>
      <dgm:spPr/>
    </dgm:pt>
    <dgm:pt modelId="{C76B3BD7-49B9-8E4E-8F75-7B0DA4FF8230}" type="pres">
      <dgm:prSet presAssocID="{FC423424-5D63-7441-8572-2715C83806FA}" presName="background4" presStyleLbl="node4" presStyleIdx="7" presStyleCnt="9"/>
      <dgm:spPr>
        <a:noFill/>
      </dgm:spPr>
    </dgm:pt>
    <dgm:pt modelId="{561D759D-A6C8-7A49-B222-92308E32910B}" type="pres">
      <dgm:prSet presAssocID="{FC423424-5D63-7441-8572-2715C83806FA}" presName="text4" presStyleLbl="fgAcc4" presStyleIdx="7" presStyleCnt="9">
        <dgm:presLayoutVars>
          <dgm:chPref val="3"/>
        </dgm:presLayoutVars>
      </dgm:prSet>
      <dgm:spPr/>
    </dgm:pt>
    <dgm:pt modelId="{C423BD3D-E745-9141-B079-CD45899F6907}" type="pres">
      <dgm:prSet presAssocID="{FC423424-5D63-7441-8572-2715C83806FA}" presName="hierChild5" presStyleCnt="0"/>
      <dgm:spPr/>
    </dgm:pt>
    <dgm:pt modelId="{46D1F348-2396-2148-AA26-3A02D10614B3}" type="pres">
      <dgm:prSet presAssocID="{F4440FC9-AB66-1847-949B-1EDD681162D3}" presName="Name23" presStyleLbl="parChTrans1D4" presStyleIdx="8" presStyleCnt="9"/>
      <dgm:spPr/>
    </dgm:pt>
    <dgm:pt modelId="{C6D2368E-E9BD-554D-A727-2A1ECB8DD817}" type="pres">
      <dgm:prSet presAssocID="{4E312711-516D-9948-8ADB-DC7296969005}" presName="hierRoot4" presStyleCnt="0"/>
      <dgm:spPr/>
    </dgm:pt>
    <dgm:pt modelId="{DC5A14EF-6487-364D-B5E8-B9F34E643F39}" type="pres">
      <dgm:prSet presAssocID="{4E312711-516D-9948-8ADB-DC7296969005}" presName="composite4" presStyleCnt="0"/>
      <dgm:spPr/>
    </dgm:pt>
    <dgm:pt modelId="{EF79BAAE-B8A0-234B-946D-0B71C0249D63}" type="pres">
      <dgm:prSet presAssocID="{4E312711-516D-9948-8ADB-DC7296969005}" presName="background4" presStyleLbl="node4" presStyleIdx="8" presStyleCnt="9"/>
      <dgm:spPr>
        <a:noFill/>
      </dgm:spPr>
    </dgm:pt>
    <dgm:pt modelId="{0CD25A85-7824-5241-AD2C-A3BABDFD2EBF}" type="pres">
      <dgm:prSet presAssocID="{4E312711-516D-9948-8ADB-DC7296969005}" presName="text4" presStyleLbl="fgAcc4" presStyleIdx="8" presStyleCnt="9" custScaleX="152503">
        <dgm:presLayoutVars>
          <dgm:chPref val="3"/>
        </dgm:presLayoutVars>
      </dgm:prSet>
      <dgm:spPr/>
    </dgm:pt>
    <dgm:pt modelId="{4A38193F-12D9-DD42-AA80-2AFBF3C7A305}" type="pres">
      <dgm:prSet presAssocID="{4E312711-516D-9948-8ADB-DC7296969005}" presName="hierChild5" presStyleCnt="0"/>
      <dgm:spPr/>
    </dgm:pt>
    <dgm:pt modelId="{863491C5-8503-BF4B-8525-298816366466}" type="pres">
      <dgm:prSet presAssocID="{539229D2-7585-9E43-94A8-53BF8B294404}" presName="Name10" presStyleLbl="parChTrans1D2" presStyleIdx="1" presStyleCnt="4"/>
      <dgm:spPr/>
    </dgm:pt>
    <dgm:pt modelId="{54774546-C7C6-A545-88AF-57D04482448B}" type="pres">
      <dgm:prSet presAssocID="{169F5636-987D-5A43-A2B6-144DDB392A76}" presName="hierRoot2" presStyleCnt="0"/>
      <dgm:spPr/>
    </dgm:pt>
    <dgm:pt modelId="{ACE6E366-A98B-7E40-83F9-73D33DFA24C5}" type="pres">
      <dgm:prSet presAssocID="{169F5636-987D-5A43-A2B6-144DDB392A76}" presName="composite2" presStyleCnt="0"/>
      <dgm:spPr/>
    </dgm:pt>
    <dgm:pt modelId="{78AE1704-D531-124B-9333-452DE65145EF}" type="pres">
      <dgm:prSet presAssocID="{169F5636-987D-5A43-A2B6-144DDB392A76}" presName="background2" presStyleLbl="node2" presStyleIdx="1" presStyleCnt="4"/>
      <dgm:spPr>
        <a:prstGeom prst="round2DiagRect">
          <a:avLst/>
        </a:prstGeom>
        <a:noFill/>
      </dgm:spPr>
    </dgm:pt>
    <dgm:pt modelId="{C3302115-3F69-D541-AA75-FBBC5ABAE8DC}" type="pres">
      <dgm:prSet presAssocID="{169F5636-987D-5A43-A2B6-144DDB392A76}" presName="text2" presStyleLbl="fgAcc2" presStyleIdx="1" presStyleCnt="4" custScaleX="130428" custLinFactNeighborX="1312" custLinFactNeighborY="2167">
        <dgm:presLayoutVars>
          <dgm:chPref val="3"/>
        </dgm:presLayoutVars>
      </dgm:prSet>
      <dgm:spPr/>
    </dgm:pt>
    <dgm:pt modelId="{387B44E2-7FBC-754F-92EC-5D90AB2EB948}" type="pres">
      <dgm:prSet presAssocID="{169F5636-987D-5A43-A2B6-144DDB392A76}" presName="hierChild3" presStyleCnt="0"/>
      <dgm:spPr/>
    </dgm:pt>
    <dgm:pt modelId="{9A5B7022-0B19-6449-ACAA-755F17F1B107}" type="pres">
      <dgm:prSet presAssocID="{AEFB807A-2C9C-6340-8C53-C96335772AB7}" presName="Name10" presStyleLbl="parChTrans1D2" presStyleIdx="2" presStyleCnt="4"/>
      <dgm:spPr/>
    </dgm:pt>
    <dgm:pt modelId="{F0421FB8-0E02-9F4F-AF87-BDF25AFF68E0}" type="pres">
      <dgm:prSet presAssocID="{01920263-A4C7-984B-A31D-DA4AC1FBC154}" presName="hierRoot2" presStyleCnt="0"/>
      <dgm:spPr/>
    </dgm:pt>
    <dgm:pt modelId="{44B661A4-22FF-9847-A657-656986412CB1}" type="pres">
      <dgm:prSet presAssocID="{01920263-A4C7-984B-A31D-DA4AC1FBC154}" presName="composite2" presStyleCnt="0"/>
      <dgm:spPr/>
    </dgm:pt>
    <dgm:pt modelId="{07DD5601-ED88-BE46-990B-0FB33A0FD390}" type="pres">
      <dgm:prSet presAssocID="{01920263-A4C7-984B-A31D-DA4AC1FBC154}" presName="background2" presStyleLbl="node2" presStyleIdx="2" presStyleCnt="4"/>
      <dgm:spPr>
        <a:noFill/>
      </dgm:spPr>
    </dgm:pt>
    <dgm:pt modelId="{78F81CE6-0417-584F-9D0E-9A0FF9A31DA9}" type="pres">
      <dgm:prSet presAssocID="{01920263-A4C7-984B-A31D-DA4AC1FBC154}" presName="text2" presStyleLbl="fgAcc2" presStyleIdx="2" presStyleCnt="4">
        <dgm:presLayoutVars>
          <dgm:chPref val="3"/>
        </dgm:presLayoutVars>
      </dgm:prSet>
      <dgm:spPr/>
    </dgm:pt>
    <dgm:pt modelId="{A22EE483-E093-5B47-96ED-083215075602}" type="pres">
      <dgm:prSet presAssocID="{01920263-A4C7-984B-A31D-DA4AC1FBC154}" presName="hierChild3" presStyleCnt="0"/>
      <dgm:spPr/>
    </dgm:pt>
    <dgm:pt modelId="{09AEC500-3424-4943-9823-605CB4D13D9F}" type="pres">
      <dgm:prSet presAssocID="{3DA92C5C-5F5B-3D42-8012-0921A97EAE38}" presName="Name10" presStyleLbl="parChTrans1D2" presStyleIdx="3" presStyleCnt="4"/>
      <dgm:spPr/>
    </dgm:pt>
    <dgm:pt modelId="{FC42F280-502D-8C49-ACB7-356871711CA4}" type="pres">
      <dgm:prSet presAssocID="{BC5C454B-F951-C54A-AA89-F893EF002E75}" presName="hierRoot2" presStyleCnt="0"/>
      <dgm:spPr/>
    </dgm:pt>
    <dgm:pt modelId="{5C2BF715-1B5F-0146-92C8-85FA6F667103}" type="pres">
      <dgm:prSet presAssocID="{BC5C454B-F951-C54A-AA89-F893EF002E75}" presName="composite2" presStyleCnt="0"/>
      <dgm:spPr/>
    </dgm:pt>
    <dgm:pt modelId="{80C49A31-7D8C-3A4E-9279-33B3EA9E1F0E}" type="pres">
      <dgm:prSet presAssocID="{BC5C454B-F951-C54A-AA89-F893EF002E75}" presName="background2" presStyleLbl="node2" presStyleIdx="3" presStyleCnt="4"/>
      <dgm:spPr>
        <a:noFill/>
      </dgm:spPr>
    </dgm:pt>
    <dgm:pt modelId="{68A62BB7-36FE-7149-8A32-5A1D27C22D74}" type="pres">
      <dgm:prSet presAssocID="{BC5C454B-F951-C54A-AA89-F893EF002E75}" presName="text2" presStyleLbl="fgAcc2" presStyleIdx="3" presStyleCnt="4">
        <dgm:presLayoutVars>
          <dgm:chPref val="3"/>
        </dgm:presLayoutVars>
      </dgm:prSet>
      <dgm:spPr/>
    </dgm:pt>
    <dgm:pt modelId="{93D82F8C-E8D7-A847-98E5-D598C85F0728}" type="pres">
      <dgm:prSet presAssocID="{BC5C454B-F951-C54A-AA89-F893EF002E75}" presName="hierChild3" presStyleCnt="0"/>
      <dgm:spPr/>
    </dgm:pt>
  </dgm:ptLst>
  <dgm:cxnLst>
    <dgm:cxn modelId="{89267B01-B674-334F-A12C-7F82B6EB8FD5}" srcId="{418F33B4-C96F-AF4D-BB95-CA79094A3166}" destId="{C0AB7101-371D-A944-853B-25264C820C77}" srcOrd="0" destOrd="0" parTransId="{D812262D-CCC8-1B48-9245-39C3604B87BD}" sibTransId="{751EF168-FB25-D541-954E-BE15E501DEDB}"/>
    <dgm:cxn modelId="{A361C502-C9D2-8B42-AEB8-F912C91F901A}" srcId="{BACE2A98-0CF8-134E-B74E-2C79DE3B1865}" destId="{E49EB0BB-4386-A840-AF6E-43AC7ABD267A}" srcOrd="0" destOrd="0" parTransId="{A4BEF84D-E9A2-724D-B51C-1152EC505F17}" sibTransId="{A5F4C2A0-4502-AF47-A1A9-3F2F99A67C9B}"/>
    <dgm:cxn modelId="{580D9906-46A8-4C41-8685-3B4A3A0672C2}" type="presOf" srcId="{5F5BD56D-D0EE-D04B-A4CC-2ACEB68851EA}" destId="{9E211878-3832-1242-8EE2-FD8C645D52AF}" srcOrd="0" destOrd="0" presId="urn:microsoft.com/office/officeart/2005/8/layout/hierarchy1"/>
    <dgm:cxn modelId="{A13B8D0A-3CAF-0947-BA46-F3E9F61387A9}" type="presOf" srcId="{3500A8AB-BFB9-CE40-983D-21EA348A24D7}" destId="{29D1367E-9C35-1F4B-A5A7-B10448363D39}" srcOrd="0" destOrd="0" presId="urn:microsoft.com/office/officeart/2005/8/layout/hierarchy1"/>
    <dgm:cxn modelId="{1202BA0A-5B86-AA4A-9ACB-1EA0116C4EE3}" srcId="{3E232816-6BDE-CC4A-811C-07925A7F75E2}" destId="{7FDE47B8-22DE-034B-A859-472CAD0F2163}" srcOrd="0" destOrd="0" parTransId="{E72A5E34-B9E2-1E44-ABE0-DFE7C0AC5125}" sibTransId="{207922ED-7452-5142-9D32-343FFE2C3FAA}"/>
    <dgm:cxn modelId="{BDC2A00B-8E50-FE4F-B23A-533931781210}" type="presOf" srcId="{7FDE47B8-22DE-034B-A859-472CAD0F2163}" destId="{597584DF-434B-DC48-AB72-C7D4D35CCBDE}" srcOrd="0" destOrd="0" presId="urn:microsoft.com/office/officeart/2005/8/layout/hierarchy1"/>
    <dgm:cxn modelId="{A6229919-1A7E-FE4A-B72C-1CADA76679E4}" type="presOf" srcId="{F4440FC9-AB66-1847-949B-1EDD681162D3}" destId="{46D1F348-2396-2148-AA26-3A02D10614B3}" srcOrd="0" destOrd="0" presId="urn:microsoft.com/office/officeart/2005/8/layout/hierarchy1"/>
    <dgm:cxn modelId="{F5D9E51A-2CE6-E24D-81CB-7608DA0E74EE}" type="presOf" srcId="{01920263-A4C7-984B-A31D-DA4AC1FBC154}" destId="{78F81CE6-0417-584F-9D0E-9A0FF9A31DA9}" srcOrd="0" destOrd="0" presId="urn:microsoft.com/office/officeart/2005/8/layout/hierarchy1"/>
    <dgm:cxn modelId="{D699DF21-0025-7548-94EE-C9F43670955A}" srcId="{CE4FF16B-6E06-5E43-94F7-FAD4C4AA9D74}" destId="{3E232816-6BDE-CC4A-811C-07925A7F75E2}" srcOrd="0" destOrd="0" parTransId="{4AD643B3-19C8-E641-AE75-8A4348AA42B8}" sibTransId="{CF3BBCEB-403F-F04C-9CE8-34DD802F632F}"/>
    <dgm:cxn modelId="{521D8128-E24A-EF45-B9D1-676E72C8881E}" type="presOf" srcId="{C0AB7101-371D-A944-853B-25264C820C77}" destId="{5BD511B0-DD60-DD4A-B654-078F259149E1}" srcOrd="0" destOrd="0" presId="urn:microsoft.com/office/officeart/2005/8/layout/hierarchy1"/>
    <dgm:cxn modelId="{FA95AB2C-38BF-CA4C-A4A5-684393CFB8A5}" type="presOf" srcId="{CE4FF16B-6E06-5E43-94F7-FAD4C4AA9D74}" destId="{9D034F19-BE9D-8E44-B405-2552358D6590}" srcOrd="0" destOrd="0" presId="urn:microsoft.com/office/officeart/2005/8/layout/hierarchy1"/>
    <dgm:cxn modelId="{9F8C9F30-7D2B-5B49-BE98-1CB98A2EE59F}" type="presOf" srcId="{D812262D-CCC8-1B48-9245-39C3604B87BD}" destId="{74CDDFF5-9473-4745-B427-B2F6ECD7CE9B}" srcOrd="0" destOrd="0" presId="urn:microsoft.com/office/officeart/2005/8/layout/hierarchy1"/>
    <dgm:cxn modelId="{22F8C434-F058-EE43-8D61-4E3C74CE3189}" type="presOf" srcId="{539229D2-7585-9E43-94A8-53BF8B294404}" destId="{863491C5-8503-BF4B-8525-298816366466}" srcOrd="0" destOrd="0" presId="urn:microsoft.com/office/officeart/2005/8/layout/hierarchy1"/>
    <dgm:cxn modelId="{A72B1E36-276B-3247-B10E-E2B6EB9F5746}" type="presOf" srcId="{D00CE0DD-7FC0-F742-B9CE-7F9750218958}" destId="{72D39282-5208-774F-BCAB-7145EE5CE648}" srcOrd="0" destOrd="0" presId="urn:microsoft.com/office/officeart/2005/8/layout/hierarchy1"/>
    <dgm:cxn modelId="{BE7A2B40-E8B0-0B46-BFB7-64239A0A8467}" type="presOf" srcId="{4AD643B3-19C8-E641-AE75-8A4348AA42B8}" destId="{EBC54D08-2A4E-E845-9371-57EA21602D67}" srcOrd="0" destOrd="0" presId="urn:microsoft.com/office/officeart/2005/8/layout/hierarchy1"/>
    <dgm:cxn modelId="{5F0F894B-609C-4942-8CFC-FDF72251A77F}" type="presOf" srcId="{688C228F-BD87-3945-86EB-126BC61041D7}" destId="{FE007B2E-5B34-A248-AE60-6FF231CE7E65}" srcOrd="0" destOrd="0" presId="urn:microsoft.com/office/officeart/2005/8/layout/hierarchy1"/>
    <dgm:cxn modelId="{0A12A15B-74F1-F146-AFE5-301E38DBD61F}" type="presOf" srcId="{D141CABA-7BE6-0644-8D86-C411B0DECBC4}" destId="{EF853E39-7AB8-2344-AD5A-A414181FE71B}" srcOrd="0" destOrd="0" presId="urn:microsoft.com/office/officeart/2005/8/layout/hierarchy1"/>
    <dgm:cxn modelId="{8B837B5D-6536-1C46-A90B-7E44605F9750}" type="presOf" srcId="{0E74DD1B-67C6-0440-A55F-88416FEF2D7F}" destId="{9D7EAAB5-7EA5-9545-8551-282062324F4E}" srcOrd="0" destOrd="0" presId="urn:microsoft.com/office/officeart/2005/8/layout/hierarchy1"/>
    <dgm:cxn modelId="{CA908E5D-38B7-3040-93E3-36E373066E5D}" srcId="{3500A8AB-BFB9-CE40-983D-21EA348A24D7}" destId="{418F33B4-C96F-AF4D-BB95-CA79094A3166}" srcOrd="2" destOrd="0" parTransId="{241730F7-61CA-104B-B97E-C45D3F1DB88D}" sibTransId="{7AB9ECF2-0799-CD40-82DE-06CCD122C2D4}"/>
    <dgm:cxn modelId="{F96A6C6C-E8FC-F147-B913-D6844E83ACBE}" type="presOf" srcId="{AEFB807A-2C9C-6340-8C53-C96335772AB7}" destId="{9A5B7022-0B19-6449-ACAA-755F17F1B107}" srcOrd="0" destOrd="0" presId="urn:microsoft.com/office/officeart/2005/8/layout/hierarchy1"/>
    <dgm:cxn modelId="{3520036E-619F-AE43-AAFE-EC3D1A3EE263}" srcId="{CD0CDCC8-E0A1-2A49-B8BB-8C0AA4883921}" destId="{4E312711-516D-9948-8ADB-DC7296969005}" srcOrd="1" destOrd="0" parTransId="{F4440FC9-AB66-1847-949B-1EDD681162D3}" sibTransId="{4A689013-5C66-414B-9C47-5993B46D1409}"/>
    <dgm:cxn modelId="{3D92896E-40E1-E244-B6AB-830C17868C07}" type="presOf" srcId="{BACE2A98-0CF8-134E-B74E-2C79DE3B1865}" destId="{39E7CCC6-FF4F-B54E-BCC6-38CBE17F2887}" srcOrd="0" destOrd="0" presId="urn:microsoft.com/office/officeart/2005/8/layout/hierarchy1"/>
    <dgm:cxn modelId="{EE5A9A70-68CF-024F-8EB8-1CF8E017B72F}" type="presOf" srcId="{241730F7-61CA-104B-B97E-C45D3F1DB88D}" destId="{30FE87EA-C7A1-A946-BA04-7BFD84FCA296}" srcOrd="0" destOrd="0" presId="urn:microsoft.com/office/officeart/2005/8/layout/hierarchy1"/>
    <dgm:cxn modelId="{4190C672-EFD7-D941-81E9-B2F6588C3CF8}" type="presOf" srcId="{DF1E8C31-261F-984A-9218-DE7C0386AD47}" destId="{99DE6AA4-AB54-E44F-BCAF-AC99E0111100}" srcOrd="0" destOrd="0" presId="urn:microsoft.com/office/officeart/2005/8/layout/hierarchy1"/>
    <dgm:cxn modelId="{68D61C78-2AB0-D047-B7C8-01A5A576C904}" type="presOf" srcId="{E49EB0BB-4386-A840-AF6E-43AC7ABD267A}" destId="{E0B33AC5-E7F3-4241-A2AC-F43595C0BCAA}" srcOrd="0" destOrd="0" presId="urn:microsoft.com/office/officeart/2005/8/layout/hierarchy1"/>
    <dgm:cxn modelId="{D793E579-05EF-2D43-A273-D91F2A78D738}" type="presOf" srcId="{0F2F43B9-C9E8-0040-8474-6DA84DCE7BC1}" destId="{EB03EB6F-D00B-E844-8045-6BABDA385710}" srcOrd="0" destOrd="0" presId="urn:microsoft.com/office/officeart/2005/8/layout/hierarchy1"/>
    <dgm:cxn modelId="{2D53057F-74E4-C64F-BE07-D90E523A208B}" srcId="{3E232816-6BDE-CC4A-811C-07925A7F75E2}" destId="{CD0CDCC8-E0A1-2A49-B8BB-8C0AA4883921}" srcOrd="1" destOrd="0" parTransId="{DF1E8C31-261F-984A-9218-DE7C0386AD47}" sibTransId="{868591D5-5044-B946-9890-5B092AA10A1D}"/>
    <dgm:cxn modelId="{45E7B282-4EFD-DA47-A9A5-DA6660C3DB51}" type="presOf" srcId="{FC423424-5D63-7441-8572-2715C83806FA}" destId="{561D759D-A6C8-7A49-B222-92308E32910B}" srcOrd="0" destOrd="0" presId="urn:microsoft.com/office/officeart/2005/8/layout/hierarchy1"/>
    <dgm:cxn modelId="{E1FC4387-BB95-B743-B23F-B2419A304ABB}" type="presOf" srcId="{52D37A0C-6D1F-F242-9391-01EE04F93545}" destId="{4F411287-0BBC-5E4F-97AD-A96A18552E8D}" srcOrd="0" destOrd="0" presId="urn:microsoft.com/office/officeart/2005/8/layout/hierarchy1"/>
    <dgm:cxn modelId="{129BC9A0-BBFB-364B-A4BE-CCA9C1E4C536}" srcId="{CE4FF16B-6E06-5E43-94F7-FAD4C4AA9D74}" destId="{01920263-A4C7-984B-A31D-DA4AC1FBC154}" srcOrd="2" destOrd="0" parTransId="{AEFB807A-2C9C-6340-8C53-C96335772AB7}" sibTransId="{CC5675D5-5F2A-3840-9793-47B3DE25CE2F}"/>
    <dgm:cxn modelId="{5B7494A1-5AF5-7D4E-92B0-4BF0AC836081}" srcId="{3500A8AB-BFB9-CE40-983D-21EA348A24D7}" destId="{0F2F43B9-C9E8-0040-8474-6DA84DCE7BC1}" srcOrd="1" destOrd="0" parTransId="{37C5F577-C870-1B46-97CA-561232E1895C}" sibTransId="{F85B54CB-DC4E-A94E-BCBA-F99DB7B6957B}"/>
    <dgm:cxn modelId="{402392A3-9FC5-D54C-B603-8620B094250A}" type="presOf" srcId="{37C5F577-C870-1B46-97CA-561232E1895C}" destId="{8F7220B6-1DD3-5147-87ED-1688C03BB6D0}" srcOrd="0" destOrd="0" presId="urn:microsoft.com/office/officeart/2005/8/layout/hierarchy1"/>
    <dgm:cxn modelId="{0E0A4AA6-1323-F141-9F9F-5B325845E0D3}" type="presOf" srcId="{3DA92C5C-5F5B-3D42-8012-0921A97EAE38}" destId="{09AEC500-3424-4943-9823-605CB4D13D9F}" srcOrd="0" destOrd="0" presId="urn:microsoft.com/office/officeart/2005/8/layout/hierarchy1"/>
    <dgm:cxn modelId="{DE6E25AA-2E27-4E4F-9772-C452937B880C}" type="presOf" srcId="{CD0CDCC8-E0A1-2A49-B8BB-8C0AA4883921}" destId="{65E6CB5A-9E5E-9148-A435-6A01D77BF049}" srcOrd="0" destOrd="0" presId="urn:microsoft.com/office/officeart/2005/8/layout/hierarchy1"/>
    <dgm:cxn modelId="{28D421AE-3EE4-D64C-8E86-1AD5C7E006E1}" type="presOf" srcId="{3E232816-6BDE-CC4A-811C-07925A7F75E2}" destId="{1365893D-45E8-D248-AB8B-1A1B05DBA619}" srcOrd="0" destOrd="0" presId="urn:microsoft.com/office/officeart/2005/8/layout/hierarchy1"/>
    <dgm:cxn modelId="{B49A8DAF-A0ED-F84E-A8F9-BA8A8A222361}" type="presOf" srcId="{BC5C454B-F951-C54A-AA89-F893EF002E75}" destId="{68A62BB7-36FE-7149-8A32-5A1D27C22D74}" srcOrd="0" destOrd="0" presId="urn:microsoft.com/office/officeart/2005/8/layout/hierarchy1"/>
    <dgm:cxn modelId="{12D265BD-C5F8-104A-B670-AF939A69F9B0}" srcId="{3500A8AB-BFB9-CE40-983D-21EA348A24D7}" destId="{D141CABA-7BE6-0644-8D86-C411B0DECBC4}" srcOrd="0" destOrd="0" parTransId="{0E74DD1B-67C6-0440-A55F-88416FEF2D7F}" sibTransId="{8F288B68-10FE-C644-9D42-87E8EC250B3E}"/>
    <dgm:cxn modelId="{D24E33C5-4744-FC4F-B910-401CD2212CCC}" srcId="{52D37A0C-6D1F-F242-9391-01EE04F93545}" destId="{CE4FF16B-6E06-5E43-94F7-FAD4C4AA9D74}" srcOrd="0" destOrd="0" parTransId="{4B904D77-D2B9-1E4F-A5EF-A3DE762E39C9}" sibTransId="{B9EB85DB-26C6-0D42-B86D-580952D03D65}"/>
    <dgm:cxn modelId="{76D39FC5-657E-644D-B1F2-296ADD081A23}" srcId="{BACE2A98-0CF8-134E-B74E-2C79DE3B1865}" destId="{3500A8AB-BFB9-CE40-983D-21EA348A24D7}" srcOrd="1" destOrd="0" parTransId="{688C228F-BD87-3945-86EB-126BC61041D7}" sibTransId="{198D3458-3357-AE41-A424-0728785A6E79}"/>
    <dgm:cxn modelId="{4A9936C6-61EB-D54E-8C0A-0778CAA58EDE}" srcId="{CE4FF16B-6E06-5E43-94F7-FAD4C4AA9D74}" destId="{BC5C454B-F951-C54A-AA89-F893EF002E75}" srcOrd="3" destOrd="0" parTransId="{3DA92C5C-5F5B-3D42-8012-0921A97EAE38}" sibTransId="{A7285A28-30D9-1945-9628-BEF775D04C9C}"/>
    <dgm:cxn modelId="{8EB9B3C8-0CD2-5244-91E9-9D3FBA65820D}" type="presOf" srcId="{418F33B4-C96F-AF4D-BB95-CA79094A3166}" destId="{3541AEEB-F619-7B41-853B-FA3B8FF75B72}" srcOrd="0" destOrd="0" presId="urn:microsoft.com/office/officeart/2005/8/layout/hierarchy1"/>
    <dgm:cxn modelId="{A38381C9-8687-6845-9D57-BCCF9710CD99}" type="presOf" srcId="{A4BEF84D-E9A2-724D-B51C-1152EC505F17}" destId="{F1DAFB20-CC41-0346-A3FB-07756C012772}" srcOrd="0" destOrd="0" presId="urn:microsoft.com/office/officeart/2005/8/layout/hierarchy1"/>
    <dgm:cxn modelId="{B3AE5ADA-6A50-2644-AB73-8CC32C7C3051}" type="presOf" srcId="{4E312711-516D-9948-8ADB-DC7296969005}" destId="{0CD25A85-7824-5241-AD2C-A3BABDFD2EBF}" srcOrd="0" destOrd="0" presId="urn:microsoft.com/office/officeart/2005/8/layout/hierarchy1"/>
    <dgm:cxn modelId="{18FE0BE4-BC84-3E4E-9443-39D680209AC7}" srcId="{418F33B4-C96F-AF4D-BB95-CA79094A3166}" destId="{FC423424-5D63-7441-8572-2715C83806FA}" srcOrd="1" destOrd="0" parTransId="{D00CE0DD-7FC0-F742-B9CE-7F9750218958}" sibTransId="{5003E118-8176-0D40-9A74-4217E11E8083}"/>
    <dgm:cxn modelId="{CD403DF1-5A02-AD4A-AF9B-CE32E2845A3F}" srcId="{CD0CDCC8-E0A1-2A49-B8BB-8C0AA4883921}" destId="{BACE2A98-0CF8-134E-B74E-2C79DE3B1865}" srcOrd="0" destOrd="0" parTransId="{5F5BD56D-D0EE-D04B-A4CC-2ACEB68851EA}" sibTransId="{B30E14DF-7B5D-F846-99E6-9ACA5511F575}"/>
    <dgm:cxn modelId="{A36CECF5-0463-0748-AFDD-D01C3FE517D5}" type="presOf" srcId="{169F5636-987D-5A43-A2B6-144DDB392A76}" destId="{C3302115-3F69-D541-AA75-FBBC5ABAE8DC}" srcOrd="0" destOrd="0" presId="urn:microsoft.com/office/officeart/2005/8/layout/hierarchy1"/>
    <dgm:cxn modelId="{B319A7F8-23CD-8540-A412-6892008B8E15}" type="presOf" srcId="{E72A5E34-B9E2-1E44-ABE0-DFE7C0AC5125}" destId="{3CB415AC-7B80-BA4F-960D-828936FE8FF3}" srcOrd="0" destOrd="0" presId="urn:microsoft.com/office/officeart/2005/8/layout/hierarchy1"/>
    <dgm:cxn modelId="{095E55FA-FE09-8A45-ABB5-E378853CD829}" srcId="{CE4FF16B-6E06-5E43-94F7-FAD4C4AA9D74}" destId="{169F5636-987D-5A43-A2B6-144DDB392A76}" srcOrd="1" destOrd="0" parTransId="{539229D2-7585-9E43-94A8-53BF8B294404}" sibTransId="{FB37FE13-3643-9948-BEF4-BBF029DDA62D}"/>
    <dgm:cxn modelId="{33871911-2FCD-0F4D-AD55-49A4EE26BE34}" type="presParOf" srcId="{4F411287-0BBC-5E4F-97AD-A96A18552E8D}" destId="{2C047A94-FDC3-564D-B354-0127B8119078}" srcOrd="0" destOrd="0" presId="urn:microsoft.com/office/officeart/2005/8/layout/hierarchy1"/>
    <dgm:cxn modelId="{5839BCA6-1C00-4441-B934-00C731A57A1C}" type="presParOf" srcId="{2C047A94-FDC3-564D-B354-0127B8119078}" destId="{0FDF4A8D-2F35-974A-8ACB-3631BC98D193}" srcOrd="0" destOrd="0" presId="urn:microsoft.com/office/officeart/2005/8/layout/hierarchy1"/>
    <dgm:cxn modelId="{9631BB96-1115-F04E-BD59-153105A2EBBF}" type="presParOf" srcId="{0FDF4A8D-2F35-974A-8ACB-3631BC98D193}" destId="{CEBBEFF2-4BA2-F148-99EB-45E44549DA47}" srcOrd="0" destOrd="0" presId="urn:microsoft.com/office/officeart/2005/8/layout/hierarchy1"/>
    <dgm:cxn modelId="{876908F4-21E1-034F-9A83-D64BB05059CA}" type="presParOf" srcId="{0FDF4A8D-2F35-974A-8ACB-3631BC98D193}" destId="{9D034F19-BE9D-8E44-B405-2552358D6590}" srcOrd="1" destOrd="0" presId="urn:microsoft.com/office/officeart/2005/8/layout/hierarchy1"/>
    <dgm:cxn modelId="{0641F65C-769A-A542-988C-CA3A381AFA2B}" type="presParOf" srcId="{2C047A94-FDC3-564D-B354-0127B8119078}" destId="{8B888F22-3BEA-CB48-8369-5E96D274EDE9}" srcOrd="1" destOrd="0" presId="urn:microsoft.com/office/officeart/2005/8/layout/hierarchy1"/>
    <dgm:cxn modelId="{93F42740-9EDC-144E-AC2B-10C063C81946}" type="presParOf" srcId="{8B888F22-3BEA-CB48-8369-5E96D274EDE9}" destId="{EBC54D08-2A4E-E845-9371-57EA21602D67}" srcOrd="0" destOrd="0" presId="urn:microsoft.com/office/officeart/2005/8/layout/hierarchy1"/>
    <dgm:cxn modelId="{343F94FF-8A31-D14A-87DC-F373D5C15FFD}" type="presParOf" srcId="{8B888F22-3BEA-CB48-8369-5E96D274EDE9}" destId="{C69F369F-233C-1742-B870-681F853891D5}" srcOrd="1" destOrd="0" presId="urn:microsoft.com/office/officeart/2005/8/layout/hierarchy1"/>
    <dgm:cxn modelId="{EDCBCE68-CB16-6045-8B20-DDC181B69A3C}" type="presParOf" srcId="{C69F369F-233C-1742-B870-681F853891D5}" destId="{26B2EDD4-C3C8-8A4F-8F05-03B8F1D446D8}" srcOrd="0" destOrd="0" presId="urn:microsoft.com/office/officeart/2005/8/layout/hierarchy1"/>
    <dgm:cxn modelId="{615C2FA8-A822-4B40-A020-97303D263DCC}" type="presParOf" srcId="{26B2EDD4-C3C8-8A4F-8F05-03B8F1D446D8}" destId="{2E78A191-E590-1241-B021-5282D45BDAFD}" srcOrd="0" destOrd="0" presId="urn:microsoft.com/office/officeart/2005/8/layout/hierarchy1"/>
    <dgm:cxn modelId="{06718892-0B02-1140-95D8-9D5ED1237832}" type="presParOf" srcId="{26B2EDD4-C3C8-8A4F-8F05-03B8F1D446D8}" destId="{1365893D-45E8-D248-AB8B-1A1B05DBA619}" srcOrd="1" destOrd="0" presId="urn:microsoft.com/office/officeart/2005/8/layout/hierarchy1"/>
    <dgm:cxn modelId="{8C2DA18D-46A8-D240-9536-3DC5DFFF1D92}" type="presParOf" srcId="{C69F369F-233C-1742-B870-681F853891D5}" destId="{A48B3A12-E115-2144-8063-03DD072CC434}" srcOrd="1" destOrd="0" presId="urn:microsoft.com/office/officeart/2005/8/layout/hierarchy1"/>
    <dgm:cxn modelId="{BCA60D99-FABC-2C47-AA87-859B351AF1D7}" type="presParOf" srcId="{A48B3A12-E115-2144-8063-03DD072CC434}" destId="{3CB415AC-7B80-BA4F-960D-828936FE8FF3}" srcOrd="0" destOrd="0" presId="urn:microsoft.com/office/officeart/2005/8/layout/hierarchy1"/>
    <dgm:cxn modelId="{20AD2DFD-F8B1-B345-BA3A-3979C1857DAD}" type="presParOf" srcId="{A48B3A12-E115-2144-8063-03DD072CC434}" destId="{9651A75F-E898-5549-A160-1DBC22422525}" srcOrd="1" destOrd="0" presId="urn:microsoft.com/office/officeart/2005/8/layout/hierarchy1"/>
    <dgm:cxn modelId="{F7FDC9DE-F46A-3A47-AC99-9614A8A449B2}" type="presParOf" srcId="{9651A75F-E898-5549-A160-1DBC22422525}" destId="{DCF65F04-59FA-154B-B53A-76CB83B61C7C}" srcOrd="0" destOrd="0" presId="urn:microsoft.com/office/officeart/2005/8/layout/hierarchy1"/>
    <dgm:cxn modelId="{FD8155B5-1E53-5B4D-B764-1D0AAFA4730E}" type="presParOf" srcId="{DCF65F04-59FA-154B-B53A-76CB83B61C7C}" destId="{7BABC9D1-BC71-CE48-A31A-42849D36FEEB}" srcOrd="0" destOrd="0" presId="urn:microsoft.com/office/officeart/2005/8/layout/hierarchy1"/>
    <dgm:cxn modelId="{9667EE5D-D6FD-8D4F-B2DE-594E13C45E73}" type="presParOf" srcId="{DCF65F04-59FA-154B-B53A-76CB83B61C7C}" destId="{597584DF-434B-DC48-AB72-C7D4D35CCBDE}" srcOrd="1" destOrd="0" presId="urn:microsoft.com/office/officeart/2005/8/layout/hierarchy1"/>
    <dgm:cxn modelId="{FDB5F4B6-14A5-4F47-89BF-489DFA51494A}" type="presParOf" srcId="{9651A75F-E898-5549-A160-1DBC22422525}" destId="{1DC60D1F-E821-044E-B188-4960CB9A1CCA}" srcOrd="1" destOrd="0" presId="urn:microsoft.com/office/officeart/2005/8/layout/hierarchy1"/>
    <dgm:cxn modelId="{C1FA21C1-683E-8943-9D75-FB9B45AD9EBD}" type="presParOf" srcId="{A48B3A12-E115-2144-8063-03DD072CC434}" destId="{99DE6AA4-AB54-E44F-BCAF-AC99E0111100}" srcOrd="2" destOrd="0" presId="urn:microsoft.com/office/officeart/2005/8/layout/hierarchy1"/>
    <dgm:cxn modelId="{2586D64E-BB5A-BE49-BAB0-655A373AF8C3}" type="presParOf" srcId="{A48B3A12-E115-2144-8063-03DD072CC434}" destId="{A94C29B1-389D-C443-8F58-F68B57C84187}" srcOrd="3" destOrd="0" presId="urn:microsoft.com/office/officeart/2005/8/layout/hierarchy1"/>
    <dgm:cxn modelId="{ED2FB02F-B15C-F74F-BEF2-3FC458A9478A}" type="presParOf" srcId="{A94C29B1-389D-C443-8F58-F68B57C84187}" destId="{28489005-67E2-8142-B886-61AA7A027291}" srcOrd="0" destOrd="0" presId="urn:microsoft.com/office/officeart/2005/8/layout/hierarchy1"/>
    <dgm:cxn modelId="{47788D18-80CC-CE4B-B2CE-126B91807C59}" type="presParOf" srcId="{28489005-67E2-8142-B886-61AA7A027291}" destId="{BC5BA88A-F797-4645-8464-044F4AC387D2}" srcOrd="0" destOrd="0" presId="urn:microsoft.com/office/officeart/2005/8/layout/hierarchy1"/>
    <dgm:cxn modelId="{35B937E6-68BC-C044-8271-FDEA598A1DBE}" type="presParOf" srcId="{28489005-67E2-8142-B886-61AA7A027291}" destId="{65E6CB5A-9E5E-9148-A435-6A01D77BF049}" srcOrd="1" destOrd="0" presId="urn:microsoft.com/office/officeart/2005/8/layout/hierarchy1"/>
    <dgm:cxn modelId="{4F0BAC3B-525A-DD43-90A3-542296603BA4}" type="presParOf" srcId="{A94C29B1-389D-C443-8F58-F68B57C84187}" destId="{700C354D-9282-264D-BAC1-469BFC9C10F8}" srcOrd="1" destOrd="0" presId="urn:microsoft.com/office/officeart/2005/8/layout/hierarchy1"/>
    <dgm:cxn modelId="{851EF1EF-E391-3A4D-9B91-A508A4DB2CFB}" type="presParOf" srcId="{700C354D-9282-264D-BAC1-469BFC9C10F8}" destId="{9E211878-3832-1242-8EE2-FD8C645D52AF}" srcOrd="0" destOrd="0" presId="urn:microsoft.com/office/officeart/2005/8/layout/hierarchy1"/>
    <dgm:cxn modelId="{DFC50DD7-D98A-AA4C-B90B-592717CEC68E}" type="presParOf" srcId="{700C354D-9282-264D-BAC1-469BFC9C10F8}" destId="{50BACE1A-236A-4B46-A42E-DEF00C9BA60D}" srcOrd="1" destOrd="0" presId="urn:microsoft.com/office/officeart/2005/8/layout/hierarchy1"/>
    <dgm:cxn modelId="{22007DFB-ED3F-9C4A-BF0A-8F204D628E71}" type="presParOf" srcId="{50BACE1A-236A-4B46-A42E-DEF00C9BA60D}" destId="{433D92DE-34B7-684E-84A3-A3C2CD7FAA36}" srcOrd="0" destOrd="0" presId="urn:microsoft.com/office/officeart/2005/8/layout/hierarchy1"/>
    <dgm:cxn modelId="{441B3DDE-873C-6842-8BA2-D85699713C89}" type="presParOf" srcId="{433D92DE-34B7-684E-84A3-A3C2CD7FAA36}" destId="{6489A61F-AC15-9944-8031-5159172F906F}" srcOrd="0" destOrd="0" presId="urn:microsoft.com/office/officeart/2005/8/layout/hierarchy1"/>
    <dgm:cxn modelId="{D64B18B9-036C-CF4D-80EE-E36CB5FEB34B}" type="presParOf" srcId="{433D92DE-34B7-684E-84A3-A3C2CD7FAA36}" destId="{39E7CCC6-FF4F-B54E-BCC6-38CBE17F2887}" srcOrd="1" destOrd="0" presId="urn:microsoft.com/office/officeart/2005/8/layout/hierarchy1"/>
    <dgm:cxn modelId="{4F87F389-12A0-CD49-BA56-C6ED722D70F0}" type="presParOf" srcId="{50BACE1A-236A-4B46-A42E-DEF00C9BA60D}" destId="{49DA656B-7D24-F14D-816F-DEB9CD5D2036}" srcOrd="1" destOrd="0" presId="urn:microsoft.com/office/officeart/2005/8/layout/hierarchy1"/>
    <dgm:cxn modelId="{29CB6922-9099-4142-B3C3-FED6B8A41CFE}" type="presParOf" srcId="{49DA656B-7D24-F14D-816F-DEB9CD5D2036}" destId="{F1DAFB20-CC41-0346-A3FB-07756C012772}" srcOrd="0" destOrd="0" presId="urn:microsoft.com/office/officeart/2005/8/layout/hierarchy1"/>
    <dgm:cxn modelId="{E5025571-F271-DF40-BAB4-27750BDFAE14}" type="presParOf" srcId="{49DA656B-7D24-F14D-816F-DEB9CD5D2036}" destId="{B88679E7-D41C-5D4C-8544-42C1446F972D}" srcOrd="1" destOrd="0" presId="urn:microsoft.com/office/officeart/2005/8/layout/hierarchy1"/>
    <dgm:cxn modelId="{BE7EDD3C-7AD4-6A44-9DCC-32CA7AA53FE1}" type="presParOf" srcId="{B88679E7-D41C-5D4C-8544-42C1446F972D}" destId="{33B758C8-8DDD-3145-A936-DFC3CAFCB5B7}" srcOrd="0" destOrd="0" presId="urn:microsoft.com/office/officeart/2005/8/layout/hierarchy1"/>
    <dgm:cxn modelId="{9E60F1DB-384C-2544-AFCD-01FAEABF2CA7}" type="presParOf" srcId="{33B758C8-8DDD-3145-A936-DFC3CAFCB5B7}" destId="{151A3B40-48B6-6C47-BFC2-60E0D62C9074}" srcOrd="0" destOrd="0" presId="urn:microsoft.com/office/officeart/2005/8/layout/hierarchy1"/>
    <dgm:cxn modelId="{5F7310B8-6738-8640-AF5A-173888BA5AD5}" type="presParOf" srcId="{33B758C8-8DDD-3145-A936-DFC3CAFCB5B7}" destId="{E0B33AC5-E7F3-4241-A2AC-F43595C0BCAA}" srcOrd="1" destOrd="0" presId="urn:microsoft.com/office/officeart/2005/8/layout/hierarchy1"/>
    <dgm:cxn modelId="{CCD57962-ADE1-3649-BA86-9F8FC5112A11}" type="presParOf" srcId="{B88679E7-D41C-5D4C-8544-42C1446F972D}" destId="{B5497F3D-C49B-8C4C-8DA0-7C545C819595}" srcOrd="1" destOrd="0" presId="urn:microsoft.com/office/officeart/2005/8/layout/hierarchy1"/>
    <dgm:cxn modelId="{4E953847-667D-F74C-92FE-96F4CA8375AB}" type="presParOf" srcId="{49DA656B-7D24-F14D-816F-DEB9CD5D2036}" destId="{FE007B2E-5B34-A248-AE60-6FF231CE7E65}" srcOrd="2" destOrd="0" presId="urn:microsoft.com/office/officeart/2005/8/layout/hierarchy1"/>
    <dgm:cxn modelId="{8FFAAD1A-101B-B24B-BE0B-130BF3020E76}" type="presParOf" srcId="{49DA656B-7D24-F14D-816F-DEB9CD5D2036}" destId="{9B85DFC0-1ADF-B94D-8A7D-D4E61750223F}" srcOrd="3" destOrd="0" presId="urn:microsoft.com/office/officeart/2005/8/layout/hierarchy1"/>
    <dgm:cxn modelId="{4F350F43-9BCD-A04D-B54B-151C942F5DDB}" type="presParOf" srcId="{9B85DFC0-1ADF-B94D-8A7D-D4E61750223F}" destId="{D33C527E-06AF-7041-9390-3E2618A22303}" srcOrd="0" destOrd="0" presId="urn:microsoft.com/office/officeart/2005/8/layout/hierarchy1"/>
    <dgm:cxn modelId="{377C302C-24BF-1542-8630-A8B7999FFCA1}" type="presParOf" srcId="{D33C527E-06AF-7041-9390-3E2618A22303}" destId="{696095EB-A427-214A-A6FB-171613C06280}" srcOrd="0" destOrd="0" presId="urn:microsoft.com/office/officeart/2005/8/layout/hierarchy1"/>
    <dgm:cxn modelId="{76906079-6BEE-854A-A0CF-C6784341FDD0}" type="presParOf" srcId="{D33C527E-06AF-7041-9390-3E2618A22303}" destId="{29D1367E-9C35-1F4B-A5A7-B10448363D39}" srcOrd="1" destOrd="0" presId="urn:microsoft.com/office/officeart/2005/8/layout/hierarchy1"/>
    <dgm:cxn modelId="{BE5F64F0-912D-714E-9BD6-505EF3AD5489}" type="presParOf" srcId="{9B85DFC0-1ADF-B94D-8A7D-D4E61750223F}" destId="{5AF39403-11DD-7A42-B76F-12E2AE207D66}" srcOrd="1" destOrd="0" presId="urn:microsoft.com/office/officeart/2005/8/layout/hierarchy1"/>
    <dgm:cxn modelId="{048BC391-3988-9C48-B961-C8264E83440B}" type="presParOf" srcId="{5AF39403-11DD-7A42-B76F-12E2AE207D66}" destId="{9D7EAAB5-7EA5-9545-8551-282062324F4E}" srcOrd="0" destOrd="0" presId="urn:microsoft.com/office/officeart/2005/8/layout/hierarchy1"/>
    <dgm:cxn modelId="{33810FD3-EF17-E847-AD1D-99A1D5EE8212}" type="presParOf" srcId="{5AF39403-11DD-7A42-B76F-12E2AE207D66}" destId="{4A6CA8AE-B65C-4D45-8BD0-C25EAA96BBA9}" srcOrd="1" destOrd="0" presId="urn:microsoft.com/office/officeart/2005/8/layout/hierarchy1"/>
    <dgm:cxn modelId="{F4B588E7-CFD6-0F40-BC30-7A0644298480}" type="presParOf" srcId="{4A6CA8AE-B65C-4D45-8BD0-C25EAA96BBA9}" destId="{B90C2F72-D5E2-C946-B931-C4B555589C22}" srcOrd="0" destOrd="0" presId="urn:microsoft.com/office/officeart/2005/8/layout/hierarchy1"/>
    <dgm:cxn modelId="{A7C5C3EF-1D17-2749-B05B-419BB9E2E174}" type="presParOf" srcId="{B90C2F72-D5E2-C946-B931-C4B555589C22}" destId="{A0AD9054-23CB-8E46-B289-CDF375DAA6CD}" srcOrd="0" destOrd="0" presId="urn:microsoft.com/office/officeart/2005/8/layout/hierarchy1"/>
    <dgm:cxn modelId="{078B14A5-B224-5C45-A15E-688D596300A0}" type="presParOf" srcId="{B90C2F72-D5E2-C946-B931-C4B555589C22}" destId="{EF853E39-7AB8-2344-AD5A-A414181FE71B}" srcOrd="1" destOrd="0" presId="urn:microsoft.com/office/officeart/2005/8/layout/hierarchy1"/>
    <dgm:cxn modelId="{F12EDF87-2904-3C4A-B9F0-7133DED9BA92}" type="presParOf" srcId="{4A6CA8AE-B65C-4D45-8BD0-C25EAA96BBA9}" destId="{A1FAA20F-1810-FC44-A0A7-E0E7C686669E}" srcOrd="1" destOrd="0" presId="urn:microsoft.com/office/officeart/2005/8/layout/hierarchy1"/>
    <dgm:cxn modelId="{E19EA70C-97C8-CC4A-903E-66854EF9079F}" type="presParOf" srcId="{5AF39403-11DD-7A42-B76F-12E2AE207D66}" destId="{8F7220B6-1DD3-5147-87ED-1688C03BB6D0}" srcOrd="2" destOrd="0" presId="urn:microsoft.com/office/officeart/2005/8/layout/hierarchy1"/>
    <dgm:cxn modelId="{C799E797-E6B7-ED4A-A288-407F9913B8AB}" type="presParOf" srcId="{5AF39403-11DD-7A42-B76F-12E2AE207D66}" destId="{7610BE42-E202-674D-A392-04815DC5A03F}" srcOrd="3" destOrd="0" presId="urn:microsoft.com/office/officeart/2005/8/layout/hierarchy1"/>
    <dgm:cxn modelId="{4B19DC77-C3C0-5E4A-B506-F71FE6718BEF}" type="presParOf" srcId="{7610BE42-E202-674D-A392-04815DC5A03F}" destId="{E602C64D-A67E-9942-9491-A29487B621D2}" srcOrd="0" destOrd="0" presId="urn:microsoft.com/office/officeart/2005/8/layout/hierarchy1"/>
    <dgm:cxn modelId="{1128BBF8-B2A7-C243-BDB8-D7055FB4D37C}" type="presParOf" srcId="{E602C64D-A67E-9942-9491-A29487B621D2}" destId="{74D000CB-B371-8C45-AF9B-FB32EE3E63E7}" srcOrd="0" destOrd="0" presId="urn:microsoft.com/office/officeart/2005/8/layout/hierarchy1"/>
    <dgm:cxn modelId="{44593932-1D7D-5C41-AE40-96423297B914}" type="presParOf" srcId="{E602C64D-A67E-9942-9491-A29487B621D2}" destId="{EB03EB6F-D00B-E844-8045-6BABDA385710}" srcOrd="1" destOrd="0" presId="urn:microsoft.com/office/officeart/2005/8/layout/hierarchy1"/>
    <dgm:cxn modelId="{5AC898AD-34F5-1941-BB34-4C3B9790C4E9}" type="presParOf" srcId="{7610BE42-E202-674D-A392-04815DC5A03F}" destId="{748BA738-2B43-1248-A9FA-0A55B099043E}" srcOrd="1" destOrd="0" presId="urn:microsoft.com/office/officeart/2005/8/layout/hierarchy1"/>
    <dgm:cxn modelId="{694FC898-A9EC-0546-A8C2-811D2EEB400C}" type="presParOf" srcId="{5AF39403-11DD-7A42-B76F-12E2AE207D66}" destId="{30FE87EA-C7A1-A946-BA04-7BFD84FCA296}" srcOrd="4" destOrd="0" presId="urn:microsoft.com/office/officeart/2005/8/layout/hierarchy1"/>
    <dgm:cxn modelId="{898691A0-963F-9040-92F3-AA583C297B35}" type="presParOf" srcId="{5AF39403-11DD-7A42-B76F-12E2AE207D66}" destId="{AC1F6220-D22D-2F42-B000-F096374C7838}" srcOrd="5" destOrd="0" presId="urn:microsoft.com/office/officeart/2005/8/layout/hierarchy1"/>
    <dgm:cxn modelId="{137C3DDE-5608-A64F-8175-CA2C9A4F4B46}" type="presParOf" srcId="{AC1F6220-D22D-2F42-B000-F096374C7838}" destId="{38FE5CB1-EE07-2F4F-A08B-BD93B45B5B23}" srcOrd="0" destOrd="0" presId="urn:microsoft.com/office/officeart/2005/8/layout/hierarchy1"/>
    <dgm:cxn modelId="{C6BA51F5-C586-2744-B028-0AD276806550}" type="presParOf" srcId="{38FE5CB1-EE07-2F4F-A08B-BD93B45B5B23}" destId="{31CDE845-C0AE-E543-94B8-26C8A6AE5E76}" srcOrd="0" destOrd="0" presId="urn:microsoft.com/office/officeart/2005/8/layout/hierarchy1"/>
    <dgm:cxn modelId="{496C5CD0-CB59-6A43-BDEA-EF338B12F4BB}" type="presParOf" srcId="{38FE5CB1-EE07-2F4F-A08B-BD93B45B5B23}" destId="{3541AEEB-F619-7B41-853B-FA3B8FF75B72}" srcOrd="1" destOrd="0" presId="urn:microsoft.com/office/officeart/2005/8/layout/hierarchy1"/>
    <dgm:cxn modelId="{085EE97B-3EE7-5F47-AD37-641496B5ADC9}" type="presParOf" srcId="{AC1F6220-D22D-2F42-B000-F096374C7838}" destId="{7C0B2D1D-E883-5D40-B149-EAF379864251}" srcOrd="1" destOrd="0" presId="urn:microsoft.com/office/officeart/2005/8/layout/hierarchy1"/>
    <dgm:cxn modelId="{E7AA9FF5-4709-5C4D-90F3-FB4C846C5765}" type="presParOf" srcId="{7C0B2D1D-E883-5D40-B149-EAF379864251}" destId="{74CDDFF5-9473-4745-B427-B2F6ECD7CE9B}" srcOrd="0" destOrd="0" presId="urn:microsoft.com/office/officeart/2005/8/layout/hierarchy1"/>
    <dgm:cxn modelId="{591A0CDC-D09C-AA4F-AEDD-B79D306A5C43}" type="presParOf" srcId="{7C0B2D1D-E883-5D40-B149-EAF379864251}" destId="{9B5A4289-C297-2B41-99AD-30915BAA0678}" srcOrd="1" destOrd="0" presId="urn:microsoft.com/office/officeart/2005/8/layout/hierarchy1"/>
    <dgm:cxn modelId="{B0917E83-583D-0D49-931B-564E0A4346BD}" type="presParOf" srcId="{9B5A4289-C297-2B41-99AD-30915BAA0678}" destId="{B1738E67-426F-FA4B-9A24-91FBDA1D175C}" srcOrd="0" destOrd="0" presId="urn:microsoft.com/office/officeart/2005/8/layout/hierarchy1"/>
    <dgm:cxn modelId="{16A16900-F1D0-6940-AAC7-0C730BD97F0D}" type="presParOf" srcId="{B1738E67-426F-FA4B-9A24-91FBDA1D175C}" destId="{DA1B578A-6F7D-FA4B-A0BE-D333C1D56722}" srcOrd="0" destOrd="0" presId="urn:microsoft.com/office/officeart/2005/8/layout/hierarchy1"/>
    <dgm:cxn modelId="{5E28516B-12AF-FD4D-992E-0CD4A65A2C06}" type="presParOf" srcId="{B1738E67-426F-FA4B-9A24-91FBDA1D175C}" destId="{5BD511B0-DD60-DD4A-B654-078F259149E1}" srcOrd="1" destOrd="0" presId="urn:microsoft.com/office/officeart/2005/8/layout/hierarchy1"/>
    <dgm:cxn modelId="{49CF70B5-23F0-FC4E-B3F6-B1088D9BACEC}" type="presParOf" srcId="{9B5A4289-C297-2B41-99AD-30915BAA0678}" destId="{4B7ABAC6-6DBF-DD4F-8693-04EFA3CBBF62}" srcOrd="1" destOrd="0" presId="urn:microsoft.com/office/officeart/2005/8/layout/hierarchy1"/>
    <dgm:cxn modelId="{E6D58194-9AAF-C246-BC20-9F43ECD5DC45}" type="presParOf" srcId="{7C0B2D1D-E883-5D40-B149-EAF379864251}" destId="{72D39282-5208-774F-BCAB-7145EE5CE648}" srcOrd="2" destOrd="0" presId="urn:microsoft.com/office/officeart/2005/8/layout/hierarchy1"/>
    <dgm:cxn modelId="{FEBB8174-2017-D543-B632-E84F466AFAA6}" type="presParOf" srcId="{7C0B2D1D-E883-5D40-B149-EAF379864251}" destId="{FB9D4780-D342-274F-AFF8-146760C2E71B}" srcOrd="3" destOrd="0" presId="urn:microsoft.com/office/officeart/2005/8/layout/hierarchy1"/>
    <dgm:cxn modelId="{35606704-980E-704E-8933-7D775A4A04BB}" type="presParOf" srcId="{FB9D4780-D342-274F-AFF8-146760C2E71B}" destId="{70B79DFF-B04A-B740-813A-3064B57F8BE1}" srcOrd="0" destOrd="0" presId="urn:microsoft.com/office/officeart/2005/8/layout/hierarchy1"/>
    <dgm:cxn modelId="{B84F0A92-AC84-6E42-AA16-ECA2B5697573}" type="presParOf" srcId="{70B79DFF-B04A-B740-813A-3064B57F8BE1}" destId="{C76B3BD7-49B9-8E4E-8F75-7B0DA4FF8230}" srcOrd="0" destOrd="0" presId="urn:microsoft.com/office/officeart/2005/8/layout/hierarchy1"/>
    <dgm:cxn modelId="{A0946DB6-8C89-4B4B-A040-4964BFF5AEE7}" type="presParOf" srcId="{70B79DFF-B04A-B740-813A-3064B57F8BE1}" destId="{561D759D-A6C8-7A49-B222-92308E32910B}" srcOrd="1" destOrd="0" presId="urn:microsoft.com/office/officeart/2005/8/layout/hierarchy1"/>
    <dgm:cxn modelId="{E2CC503E-6D9C-FD4E-916D-931505833638}" type="presParOf" srcId="{FB9D4780-D342-274F-AFF8-146760C2E71B}" destId="{C423BD3D-E745-9141-B079-CD45899F6907}" srcOrd="1" destOrd="0" presId="urn:microsoft.com/office/officeart/2005/8/layout/hierarchy1"/>
    <dgm:cxn modelId="{CFC3A369-AE62-5D44-B571-07B3DE84BE94}" type="presParOf" srcId="{700C354D-9282-264D-BAC1-469BFC9C10F8}" destId="{46D1F348-2396-2148-AA26-3A02D10614B3}" srcOrd="2" destOrd="0" presId="urn:microsoft.com/office/officeart/2005/8/layout/hierarchy1"/>
    <dgm:cxn modelId="{9940077E-70B8-914C-9FA0-A66619A2E8CD}" type="presParOf" srcId="{700C354D-9282-264D-BAC1-469BFC9C10F8}" destId="{C6D2368E-E9BD-554D-A727-2A1ECB8DD817}" srcOrd="3" destOrd="0" presId="urn:microsoft.com/office/officeart/2005/8/layout/hierarchy1"/>
    <dgm:cxn modelId="{3367C324-4947-B242-9830-B21CE6D4A2EF}" type="presParOf" srcId="{C6D2368E-E9BD-554D-A727-2A1ECB8DD817}" destId="{DC5A14EF-6487-364D-B5E8-B9F34E643F39}" srcOrd="0" destOrd="0" presId="urn:microsoft.com/office/officeart/2005/8/layout/hierarchy1"/>
    <dgm:cxn modelId="{4D45E804-CF22-C447-A843-24308116AEC7}" type="presParOf" srcId="{DC5A14EF-6487-364D-B5E8-B9F34E643F39}" destId="{EF79BAAE-B8A0-234B-946D-0B71C0249D63}" srcOrd="0" destOrd="0" presId="urn:microsoft.com/office/officeart/2005/8/layout/hierarchy1"/>
    <dgm:cxn modelId="{9034B353-1AB5-3F4A-899B-C66616B21CD3}" type="presParOf" srcId="{DC5A14EF-6487-364D-B5E8-B9F34E643F39}" destId="{0CD25A85-7824-5241-AD2C-A3BABDFD2EBF}" srcOrd="1" destOrd="0" presId="urn:microsoft.com/office/officeart/2005/8/layout/hierarchy1"/>
    <dgm:cxn modelId="{14112084-7544-5848-87ED-1E6B5741F98F}" type="presParOf" srcId="{C6D2368E-E9BD-554D-A727-2A1ECB8DD817}" destId="{4A38193F-12D9-DD42-AA80-2AFBF3C7A305}" srcOrd="1" destOrd="0" presId="urn:microsoft.com/office/officeart/2005/8/layout/hierarchy1"/>
    <dgm:cxn modelId="{416D564E-A7F3-5248-97DF-FEAF6AF1819E}" type="presParOf" srcId="{8B888F22-3BEA-CB48-8369-5E96D274EDE9}" destId="{863491C5-8503-BF4B-8525-298816366466}" srcOrd="2" destOrd="0" presId="urn:microsoft.com/office/officeart/2005/8/layout/hierarchy1"/>
    <dgm:cxn modelId="{701FC264-6DE7-7A47-A96A-AD85E7C1BFCE}" type="presParOf" srcId="{8B888F22-3BEA-CB48-8369-5E96D274EDE9}" destId="{54774546-C7C6-A545-88AF-57D04482448B}" srcOrd="3" destOrd="0" presId="urn:microsoft.com/office/officeart/2005/8/layout/hierarchy1"/>
    <dgm:cxn modelId="{8D389C5B-6C1A-1B43-9DA1-5778A90667F0}" type="presParOf" srcId="{54774546-C7C6-A545-88AF-57D04482448B}" destId="{ACE6E366-A98B-7E40-83F9-73D33DFA24C5}" srcOrd="0" destOrd="0" presId="urn:microsoft.com/office/officeart/2005/8/layout/hierarchy1"/>
    <dgm:cxn modelId="{2E14C4BB-42C1-DB48-B967-9859ED2C88EB}" type="presParOf" srcId="{ACE6E366-A98B-7E40-83F9-73D33DFA24C5}" destId="{78AE1704-D531-124B-9333-452DE65145EF}" srcOrd="0" destOrd="0" presId="urn:microsoft.com/office/officeart/2005/8/layout/hierarchy1"/>
    <dgm:cxn modelId="{1997C741-504A-8B4D-B33B-24FA5C87F3C2}" type="presParOf" srcId="{ACE6E366-A98B-7E40-83F9-73D33DFA24C5}" destId="{C3302115-3F69-D541-AA75-FBBC5ABAE8DC}" srcOrd="1" destOrd="0" presId="urn:microsoft.com/office/officeart/2005/8/layout/hierarchy1"/>
    <dgm:cxn modelId="{8380BC98-B257-6C45-AB18-FA1593609AC3}" type="presParOf" srcId="{54774546-C7C6-A545-88AF-57D04482448B}" destId="{387B44E2-7FBC-754F-92EC-5D90AB2EB948}" srcOrd="1" destOrd="0" presId="urn:microsoft.com/office/officeart/2005/8/layout/hierarchy1"/>
    <dgm:cxn modelId="{4A0B8FDB-0233-8849-95E4-5E0F082407C6}" type="presParOf" srcId="{8B888F22-3BEA-CB48-8369-5E96D274EDE9}" destId="{9A5B7022-0B19-6449-ACAA-755F17F1B107}" srcOrd="4" destOrd="0" presId="urn:microsoft.com/office/officeart/2005/8/layout/hierarchy1"/>
    <dgm:cxn modelId="{894A4FDF-615E-1149-8541-889C60029BE2}" type="presParOf" srcId="{8B888F22-3BEA-CB48-8369-5E96D274EDE9}" destId="{F0421FB8-0E02-9F4F-AF87-BDF25AFF68E0}" srcOrd="5" destOrd="0" presId="urn:microsoft.com/office/officeart/2005/8/layout/hierarchy1"/>
    <dgm:cxn modelId="{6B932F52-3E40-B04A-BD33-0B411EFB7E9F}" type="presParOf" srcId="{F0421FB8-0E02-9F4F-AF87-BDF25AFF68E0}" destId="{44B661A4-22FF-9847-A657-656986412CB1}" srcOrd="0" destOrd="0" presId="urn:microsoft.com/office/officeart/2005/8/layout/hierarchy1"/>
    <dgm:cxn modelId="{2D849E5A-8A07-6046-AAB9-A24609868983}" type="presParOf" srcId="{44B661A4-22FF-9847-A657-656986412CB1}" destId="{07DD5601-ED88-BE46-990B-0FB33A0FD390}" srcOrd="0" destOrd="0" presId="urn:microsoft.com/office/officeart/2005/8/layout/hierarchy1"/>
    <dgm:cxn modelId="{A9C0D746-BBF5-CF41-A9C6-859EE88D9F0E}" type="presParOf" srcId="{44B661A4-22FF-9847-A657-656986412CB1}" destId="{78F81CE6-0417-584F-9D0E-9A0FF9A31DA9}" srcOrd="1" destOrd="0" presId="urn:microsoft.com/office/officeart/2005/8/layout/hierarchy1"/>
    <dgm:cxn modelId="{9F5BDE9C-7B2A-CB40-A9F3-7CDFD2460C0F}" type="presParOf" srcId="{F0421FB8-0E02-9F4F-AF87-BDF25AFF68E0}" destId="{A22EE483-E093-5B47-96ED-083215075602}" srcOrd="1" destOrd="0" presId="urn:microsoft.com/office/officeart/2005/8/layout/hierarchy1"/>
    <dgm:cxn modelId="{BE07925E-00AD-6841-8F2F-FAA3B7BFB9F5}" type="presParOf" srcId="{8B888F22-3BEA-CB48-8369-5E96D274EDE9}" destId="{09AEC500-3424-4943-9823-605CB4D13D9F}" srcOrd="6" destOrd="0" presId="urn:microsoft.com/office/officeart/2005/8/layout/hierarchy1"/>
    <dgm:cxn modelId="{C48CE97B-8176-BD41-85C6-BB1D260E6832}" type="presParOf" srcId="{8B888F22-3BEA-CB48-8369-5E96D274EDE9}" destId="{FC42F280-502D-8C49-ACB7-356871711CA4}" srcOrd="7" destOrd="0" presId="urn:microsoft.com/office/officeart/2005/8/layout/hierarchy1"/>
    <dgm:cxn modelId="{758C71FD-40E9-1E42-B0F0-426F7D71F55B}" type="presParOf" srcId="{FC42F280-502D-8C49-ACB7-356871711CA4}" destId="{5C2BF715-1B5F-0146-92C8-85FA6F667103}" srcOrd="0" destOrd="0" presId="urn:microsoft.com/office/officeart/2005/8/layout/hierarchy1"/>
    <dgm:cxn modelId="{0043F417-B556-E24C-A964-4390FAFA0097}" type="presParOf" srcId="{5C2BF715-1B5F-0146-92C8-85FA6F667103}" destId="{80C49A31-7D8C-3A4E-9279-33B3EA9E1F0E}" srcOrd="0" destOrd="0" presId="urn:microsoft.com/office/officeart/2005/8/layout/hierarchy1"/>
    <dgm:cxn modelId="{86067FAA-FB07-B347-A67B-64F2387991E4}" type="presParOf" srcId="{5C2BF715-1B5F-0146-92C8-85FA6F667103}" destId="{68A62BB7-36FE-7149-8A32-5A1D27C22D74}" srcOrd="1" destOrd="0" presId="urn:microsoft.com/office/officeart/2005/8/layout/hierarchy1"/>
    <dgm:cxn modelId="{8AAFAC74-6D4C-8B48-B7FE-E7133C2276DF}" type="presParOf" srcId="{FC42F280-502D-8C49-ACB7-356871711CA4}" destId="{93D82F8C-E8D7-A847-98E5-D598C85F072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EC500-3424-4943-9823-605CB4D13D9F}">
      <dsp:nvSpPr>
        <dsp:cNvPr id="0" name=""/>
        <dsp:cNvSpPr/>
      </dsp:nvSpPr>
      <dsp:spPr>
        <a:xfrm>
          <a:off x="3383528" y="869695"/>
          <a:ext cx="1458247" cy="226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898"/>
              </a:lnTo>
              <a:lnTo>
                <a:pt x="1458247" y="147898"/>
              </a:lnTo>
              <a:lnTo>
                <a:pt x="1458247" y="226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5B7022-0B19-6449-ACAA-755F17F1B107}">
      <dsp:nvSpPr>
        <dsp:cNvPr id="0" name=""/>
        <dsp:cNvSpPr/>
      </dsp:nvSpPr>
      <dsp:spPr>
        <a:xfrm>
          <a:off x="3383528" y="869695"/>
          <a:ext cx="419678" cy="226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898"/>
              </a:lnTo>
              <a:lnTo>
                <a:pt x="419678" y="147898"/>
              </a:lnTo>
              <a:lnTo>
                <a:pt x="419678" y="226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3491C5-8503-BF4B-8525-298816366466}">
      <dsp:nvSpPr>
        <dsp:cNvPr id="0" name=""/>
        <dsp:cNvSpPr/>
      </dsp:nvSpPr>
      <dsp:spPr>
        <a:xfrm>
          <a:off x="2646506" y="869695"/>
          <a:ext cx="737021" cy="238309"/>
        </a:xfrm>
        <a:custGeom>
          <a:avLst/>
          <a:gdLst/>
          <a:ahLst/>
          <a:cxnLst/>
          <a:rect l="0" t="0" r="0" b="0"/>
          <a:pathLst>
            <a:path>
              <a:moveTo>
                <a:pt x="737021" y="0"/>
              </a:moveTo>
              <a:lnTo>
                <a:pt x="737021" y="159591"/>
              </a:lnTo>
              <a:lnTo>
                <a:pt x="0" y="159591"/>
              </a:lnTo>
              <a:lnTo>
                <a:pt x="0" y="2383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1F348-2396-2148-AA26-3A02D10614B3}">
      <dsp:nvSpPr>
        <dsp:cNvPr id="0" name=""/>
        <dsp:cNvSpPr/>
      </dsp:nvSpPr>
      <dsp:spPr>
        <a:xfrm>
          <a:off x="1914915" y="2422612"/>
          <a:ext cx="703728" cy="247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13"/>
              </a:lnTo>
              <a:lnTo>
                <a:pt x="703728" y="168413"/>
              </a:lnTo>
              <a:lnTo>
                <a:pt x="703728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D39282-5208-774F-BCAB-7145EE5CE648}">
      <dsp:nvSpPr>
        <dsp:cNvPr id="0" name=""/>
        <dsp:cNvSpPr/>
      </dsp:nvSpPr>
      <dsp:spPr>
        <a:xfrm>
          <a:off x="3060937" y="4782760"/>
          <a:ext cx="519284" cy="247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13"/>
              </a:lnTo>
              <a:lnTo>
                <a:pt x="519284" y="168413"/>
              </a:lnTo>
              <a:lnTo>
                <a:pt x="519284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DDFF5-9473-4745-B427-B2F6ECD7CE9B}">
      <dsp:nvSpPr>
        <dsp:cNvPr id="0" name=""/>
        <dsp:cNvSpPr/>
      </dsp:nvSpPr>
      <dsp:spPr>
        <a:xfrm>
          <a:off x="2265649" y="4782760"/>
          <a:ext cx="795287" cy="250590"/>
        </a:xfrm>
        <a:custGeom>
          <a:avLst/>
          <a:gdLst/>
          <a:ahLst/>
          <a:cxnLst/>
          <a:rect l="0" t="0" r="0" b="0"/>
          <a:pathLst>
            <a:path>
              <a:moveTo>
                <a:pt x="795287" y="0"/>
              </a:moveTo>
              <a:lnTo>
                <a:pt x="795287" y="171872"/>
              </a:lnTo>
              <a:lnTo>
                <a:pt x="0" y="171872"/>
              </a:lnTo>
              <a:lnTo>
                <a:pt x="0" y="25059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FE87EA-C7A1-A946-BA04-7BFD84FCA296}">
      <dsp:nvSpPr>
        <dsp:cNvPr id="0" name=""/>
        <dsp:cNvSpPr/>
      </dsp:nvSpPr>
      <dsp:spPr>
        <a:xfrm>
          <a:off x="1783180" y="3996044"/>
          <a:ext cx="1277757" cy="247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13"/>
              </a:lnTo>
              <a:lnTo>
                <a:pt x="1277757" y="168413"/>
              </a:lnTo>
              <a:lnTo>
                <a:pt x="1277757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20B6-1DD3-5147-87ED-1688C03BB6D0}">
      <dsp:nvSpPr>
        <dsp:cNvPr id="0" name=""/>
        <dsp:cNvSpPr/>
      </dsp:nvSpPr>
      <dsp:spPr>
        <a:xfrm>
          <a:off x="1737460" y="3996044"/>
          <a:ext cx="91440" cy="2471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EAAB5-7EA5-9545-8551-282062324F4E}">
      <dsp:nvSpPr>
        <dsp:cNvPr id="0" name=""/>
        <dsp:cNvSpPr/>
      </dsp:nvSpPr>
      <dsp:spPr>
        <a:xfrm>
          <a:off x="505422" y="3996044"/>
          <a:ext cx="1277757" cy="247132"/>
        </a:xfrm>
        <a:custGeom>
          <a:avLst/>
          <a:gdLst/>
          <a:ahLst/>
          <a:cxnLst/>
          <a:rect l="0" t="0" r="0" b="0"/>
          <a:pathLst>
            <a:path>
              <a:moveTo>
                <a:pt x="1277757" y="0"/>
              </a:moveTo>
              <a:lnTo>
                <a:pt x="1277757" y="168413"/>
              </a:lnTo>
              <a:lnTo>
                <a:pt x="0" y="168413"/>
              </a:lnTo>
              <a:lnTo>
                <a:pt x="0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007B2E-5B34-A248-AE60-6FF231CE7E65}">
      <dsp:nvSpPr>
        <dsp:cNvPr id="0" name=""/>
        <dsp:cNvSpPr/>
      </dsp:nvSpPr>
      <dsp:spPr>
        <a:xfrm>
          <a:off x="1172561" y="3209328"/>
          <a:ext cx="610618" cy="247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13"/>
              </a:lnTo>
              <a:lnTo>
                <a:pt x="610618" y="168413"/>
              </a:lnTo>
              <a:lnTo>
                <a:pt x="610618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AFB20-CC41-0346-A3FB-07756C012772}">
      <dsp:nvSpPr>
        <dsp:cNvPr id="0" name=""/>
        <dsp:cNvSpPr/>
      </dsp:nvSpPr>
      <dsp:spPr>
        <a:xfrm>
          <a:off x="518878" y="3209328"/>
          <a:ext cx="653683" cy="247132"/>
        </a:xfrm>
        <a:custGeom>
          <a:avLst/>
          <a:gdLst/>
          <a:ahLst/>
          <a:cxnLst/>
          <a:rect l="0" t="0" r="0" b="0"/>
          <a:pathLst>
            <a:path>
              <a:moveTo>
                <a:pt x="653683" y="0"/>
              </a:moveTo>
              <a:lnTo>
                <a:pt x="653683" y="168413"/>
              </a:lnTo>
              <a:lnTo>
                <a:pt x="0" y="168413"/>
              </a:lnTo>
              <a:lnTo>
                <a:pt x="0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11878-3832-1242-8EE2-FD8C645D52AF}">
      <dsp:nvSpPr>
        <dsp:cNvPr id="0" name=""/>
        <dsp:cNvSpPr/>
      </dsp:nvSpPr>
      <dsp:spPr>
        <a:xfrm>
          <a:off x="1172561" y="2422612"/>
          <a:ext cx="742353" cy="247132"/>
        </a:xfrm>
        <a:custGeom>
          <a:avLst/>
          <a:gdLst/>
          <a:ahLst/>
          <a:cxnLst/>
          <a:rect l="0" t="0" r="0" b="0"/>
          <a:pathLst>
            <a:path>
              <a:moveTo>
                <a:pt x="742353" y="0"/>
              </a:moveTo>
              <a:lnTo>
                <a:pt x="742353" y="168413"/>
              </a:lnTo>
              <a:lnTo>
                <a:pt x="0" y="168413"/>
              </a:lnTo>
              <a:lnTo>
                <a:pt x="0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E6AA4-AB54-E44F-BCAF-AC99E0111100}">
      <dsp:nvSpPr>
        <dsp:cNvPr id="0" name=""/>
        <dsp:cNvSpPr/>
      </dsp:nvSpPr>
      <dsp:spPr>
        <a:xfrm>
          <a:off x="1395630" y="1635896"/>
          <a:ext cx="519284" cy="247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13"/>
              </a:lnTo>
              <a:lnTo>
                <a:pt x="519284" y="168413"/>
              </a:lnTo>
              <a:lnTo>
                <a:pt x="519284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415AC-7B80-BA4F-960D-828936FE8FF3}">
      <dsp:nvSpPr>
        <dsp:cNvPr id="0" name=""/>
        <dsp:cNvSpPr/>
      </dsp:nvSpPr>
      <dsp:spPr>
        <a:xfrm>
          <a:off x="876346" y="1635896"/>
          <a:ext cx="519284" cy="247132"/>
        </a:xfrm>
        <a:custGeom>
          <a:avLst/>
          <a:gdLst/>
          <a:ahLst/>
          <a:cxnLst/>
          <a:rect l="0" t="0" r="0" b="0"/>
          <a:pathLst>
            <a:path>
              <a:moveTo>
                <a:pt x="519284" y="0"/>
              </a:moveTo>
              <a:lnTo>
                <a:pt x="519284" y="168413"/>
              </a:lnTo>
              <a:lnTo>
                <a:pt x="0" y="168413"/>
              </a:lnTo>
              <a:lnTo>
                <a:pt x="0" y="247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C54D08-2A4E-E845-9371-57EA21602D67}">
      <dsp:nvSpPr>
        <dsp:cNvPr id="0" name=""/>
        <dsp:cNvSpPr/>
      </dsp:nvSpPr>
      <dsp:spPr>
        <a:xfrm>
          <a:off x="1395630" y="869695"/>
          <a:ext cx="1987897" cy="226617"/>
        </a:xfrm>
        <a:custGeom>
          <a:avLst/>
          <a:gdLst/>
          <a:ahLst/>
          <a:cxnLst/>
          <a:rect l="0" t="0" r="0" b="0"/>
          <a:pathLst>
            <a:path>
              <a:moveTo>
                <a:pt x="1987897" y="0"/>
              </a:moveTo>
              <a:lnTo>
                <a:pt x="1987897" y="147898"/>
              </a:lnTo>
              <a:lnTo>
                <a:pt x="0" y="147898"/>
              </a:lnTo>
              <a:lnTo>
                <a:pt x="0" y="226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BEFF2-4BA2-F148-99EB-45E44549DA47}">
      <dsp:nvSpPr>
        <dsp:cNvPr id="0" name=""/>
        <dsp:cNvSpPr/>
      </dsp:nvSpPr>
      <dsp:spPr>
        <a:xfrm>
          <a:off x="2958659" y="330111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34F19-BE9D-8E44-B405-2552358D6590}">
      <dsp:nvSpPr>
        <dsp:cNvPr id="0" name=""/>
        <dsp:cNvSpPr/>
      </dsp:nvSpPr>
      <dsp:spPr>
        <a:xfrm>
          <a:off x="3053074" y="419806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Robotics</a:t>
          </a:r>
        </a:p>
      </dsp:txBody>
      <dsp:txXfrm>
        <a:off x="3068878" y="435610"/>
        <a:ext cx="818130" cy="507975"/>
      </dsp:txXfrm>
    </dsp:sp>
    <dsp:sp modelId="{2E78A191-E590-1241-B021-5282D45BDAFD}">
      <dsp:nvSpPr>
        <dsp:cNvPr id="0" name=""/>
        <dsp:cNvSpPr/>
      </dsp:nvSpPr>
      <dsp:spPr>
        <a:xfrm>
          <a:off x="898882" y="1096312"/>
          <a:ext cx="993496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5893D-45E8-D248-AB8B-1A1B05DBA619}">
      <dsp:nvSpPr>
        <dsp:cNvPr id="0" name=""/>
        <dsp:cNvSpPr/>
      </dsp:nvSpPr>
      <dsp:spPr>
        <a:xfrm>
          <a:off x="993297" y="1186007"/>
          <a:ext cx="993496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(Adaptive)</a:t>
          </a:r>
        </a:p>
      </dsp:txBody>
      <dsp:txXfrm>
        <a:off x="1009101" y="1201811"/>
        <a:ext cx="961888" cy="507975"/>
      </dsp:txXfrm>
    </dsp:sp>
    <dsp:sp modelId="{7BABC9D1-BC71-CE48-A31A-42849D36FEEB}">
      <dsp:nvSpPr>
        <dsp:cNvPr id="0" name=""/>
        <dsp:cNvSpPr/>
      </dsp:nvSpPr>
      <dsp:spPr>
        <a:xfrm>
          <a:off x="451477" y="1883028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584DF-434B-DC48-AB72-C7D4D35CCBDE}">
      <dsp:nvSpPr>
        <dsp:cNvPr id="0" name=""/>
        <dsp:cNvSpPr/>
      </dsp:nvSpPr>
      <dsp:spPr>
        <a:xfrm>
          <a:off x="545892" y="1972723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Single Robot Systems</a:t>
          </a:r>
        </a:p>
      </dsp:txBody>
      <dsp:txXfrm>
        <a:off x="561696" y="1988527"/>
        <a:ext cx="818130" cy="507975"/>
      </dsp:txXfrm>
    </dsp:sp>
    <dsp:sp modelId="{BC5BA88A-F797-4645-8464-044F4AC387D2}">
      <dsp:nvSpPr>
        <dsp:cNvPr id="0" name=""/>
        <dsp:cNvSpPr/>
      </dsp:nvSpPr>
      <dsp:spPr>
        <a:xfrm>
          <a:off x="1490046" y="1883028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6CB5A-9E5E-9148-A435-6A01D77BF049}">
      <dsp:nvSpPr>
        <dsp:cNvPr id="0" name=""/>
        <dsp:cNvSpPr/>
      </dsp:nvSpPr>
      <dsp:spPr>
        <a:xfrm>
          <a:off x="1584461" y="1972723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Multi-Robot Systems</a:t>
          </a:r>
        </a:p>
      </dsp:txBody>
      <dsp:txXfrm>
        <a:off x="1600265" y="1988527"/>
        <a:ext cx="818130" cy="507975"/>
      </dsp:txXfrm>
    </dsp:sp>
    <dsp:sp modelId="{6489A61F-AC15-9944-8031-5159172F906F}">
      <dsp:nvSpPr>
        <dsp:cNvPr id="0" name=""/>
        <dsp:cNvSpPr/>
      </dsp:nvSpPr>
      <dsp:spPr>
        <a:xfrm>
          <a:off x="563248" y="2669744"/>
          <a:ext cx="1218626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7CCC6-FF4F-B54E-BCC6-38CBE17F2887}">
      <dsp:nvSpPr>
        <dsp:cNvPr id="0" name=""/>
        <dsp:cNvSpPr/>
      </dsp:nvSpPr>
      <dsp:spPr>
        <a:xfrm>
          <a:off x="657663" y="2759439"/>
          <a:ext cx="1218626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Homogenous</a:t>
          </a:r>
        </a:p>
      </dsp:txBody>
      <dsp:txXfrm>
        <a:off x="673467" y="2775243"/>
        <a:ext cx="1187018" cy="507975"/>
      </dsp:txXfrm>
    </dsp:sp>
    <dsp:sp modelId="{151A3B40-48B6-6C47-BFC2-60E0D62C9074}">
      <dsp:nvSpPr>
        <dsp:cNvPr id="0" name=""/>
        <dsp:cNvSpPr/>
      </dsp:nvSpPr>
      <dsp:spPr>
        <a:xfrm>
          <a:off x="2675" y="3456460"/>
          <a:ext cx="1032406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33AC5-E7F3-4241-A2AC-F43595C0BCAA}">
      <dsp:nvSpPr>
        <dsp:cNvPr id="0" name=""/>
        <dsp:cNvSpPr/>
      </dsp:nvSpPr>
      <dsp:spPr>
        <a:xfrm>
          <a:off x="97090" y="3546155"/>
          <a:ext cx="1032406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Adversarial</a:t>
          </a:r>
        </a:p>
      </dsp:txBody>
      <dsp:txXfrm>
        <a:off x="112894" y="3561959"/>
        <a:ext cx="1000798" cy="507975"/>
      </dsp:txXfrm>
    </dsp:sp>
    <dsp:sp modelId="{696095EB-A427-214A-A6FB-171613C06280}">
      <dsp:nvSpPr>
        <dsp:cNvPr id="0" name=""/>
        <dsp:cNvSpPr/>
      </dsp:nvSpPr>
      <dsp:spPr>
        <a:xfrm>
          <a:off x="1223912" y="3456460"/>
          <a:ext cx="1118535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1367E-9C35-1F4B-A5A7-B10448363D39}">
      <dsp:nvSpPr>
        <dsp:cNvPr id="0" name=""/>
        <dsp:cNvSpPr/>
      </dsp:nvSpPr>
      <dsp:spPr>
        <a:xfrm>
          <a:off x="1318327" y="3546155"/>
          <a:ext cx="1118535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Collaborative</a:t>
          </a:r>
        </a:p>
      </dsp:txBody>
      <dsp:txXfrm>
        <a:off x="1334131" y="3561959"/>
        <a:ext cx="1086927" cy="507975"/>
      </dsp:txXfrm>
    </dsp:sp>
    <dsp:sp modelId="{A0AD9054-23CB-8E46-B289-CDF375DAA6CD}">
      <dsp:nvSpPr>
        <dsp:cNvPr id="0" name=""/>
        <dsp:cNvSpPr/>
      </dsp:nvSpPr>
      <dsp:spPr>
        <a:xfrm>
          <a:off x="80553" y="4243176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53E39-7AB8-2344-AD5A-A414181FE71B}">
      <dsp:nvSpPr>
        <dsp:cNvPr id="0" name=""/>
        <dsp:cNvSpPr/>
      </dsp:nvSpPr>
      <dsp:spPr>
        <a:xfrm>
          <a:off x="174969" y="4332871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Execution</a:t>
          </a:r>
        </a:p>
      </dsp:txBody>
      <dsp:txXfrm>
        <a:off x="190773" y="4348675"/>
        <a:ext cx="818130" cy="507975"/>
      </dsp:txXfrm>
    </dsp:sp>
    <dsp:sp modelId="{74D000CB-B371-8C45-AF9B-FB32EE3E63E7}">
      <dsp:nvSpPr>
        <dsp:cNvPr id="0" name=""/>
        <dsp:cNvSpPr/>
      </dsp:nvSpPr>
      <dsp:spPr>
        <a:xfrm>
          <a:off x="1119122" y="4243176"/>
          <a:ext cx="1328115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3EB6F-D00B-E844-8045-6BABDA385710}">
      <dsp:nvSpPr>
        <dsp:cNvPr id="0" name=""/>
        <dsp:cNvSpPr/>
      </dsp:nvSpPr>
      <dsp:spPr>
        <a:xfrm>
          <a:off x="1213538" y="4332871"/>
          <a:ext cx="1328115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Formation Control</a:t>
          </a:r>
        </a:p>
      </dsp:txBody>
      <dsp:txXfrm>
        <a:off x="1229342" y="4348675"/>
        <a:ext cx="1296507" cy="507975"/>
      </dsp:txXfrm>
    </dsp:sp>
    <dsp:sp modelId="{31CDE845-C0AE-E543-94B8-26C8A6AE5E76}">
      <dsp:nvSpPr>
        <dsp:cNvPr id="0" name=""/>
        <dsp:cNvSpPr/>
      </dsp:nvSpPr>
      <dsp:spPr>
        <a:xfrm>
          <a:off x="2636068" y="4243176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1AEEB-F619-7B41-853B-FA3B8FF75B72}">
      <dsp:nvSpPr>
        <dsp:cNvPr id="0" name=""/>
        <dsp:cNvSpPr/>
      </dsp:nvSpPr>
      <dsp:spPr>
        <a:xfrm>
          <a:off x="2730484" y="4332871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Navigation</a:t>
          </a:r>
        </a:p>
      </dsp:txBody>
      <dsp:txXfrm>
        <a:off x="2746288" y="4348675"/>
        <a:ext cx="818130" cy="507975"/>
      </dsp:txXfrm>
    </dsp:sp>
    <dsp:sp modelId="{DA1B578A-6F7D-FA4B-A0BE-D333C1D56722}">
      <dsp:nvSpPr>
        <dsp:cNvPr id="0" name=""/>
        <dsp:cNvSpPr/>
      </dsp:nvSpPr>
      <dsp:spPr>
        <a:xfrm>
          <a:off x="1840780" y="5033351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511B0-DD60-DD4A-B654-078F259149E1}">
      <dsp:nvSpPr>
        <dsp:cNvPr id="0" name=""/>
        <dsp:cNvSpPr/>
      </dsp:nvSpPr>
      <dsp:spPr>
        <a:xfrm>
          <a:off x="1935196" y="5123045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Scalar Fields</a:t>
          </a:r>
        </a:p>
      </dsp:txBody>
      <dsp:txXfrm>
        <a:off x="1951000" y="5138849"/>
        <a:ext cx="818130" cy="507975"/>
      </dsp:txXfrm>
    </dsp:sp>
    <dsp:sp modelId="{C76B3BD7-49B9-8E4E-8F75-7B0DA4FF8230}">
      <dsp:nvSpPr>
        <dsp:cNvPr id="0" name=""/>
        <dsp:cNvSpPr/>
      </dsp:nvSpPr>
      <dsp:spPr>
        <a:xfrm>
          <a:off x="3155353" y="5029892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D759D-A6C8-7A49-B222-92308E32910B}">
      <dsp:nvSpPr>
        <dsp:cNvPr id="0" name=""/>
        <dsp:cNvSpPr/>
      </dsp:nvSpPr>
      <dsp:spPr>
        <a:xfrm>
          <a:off x="3249768" y="5119587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Vector Fields</a:t>
          </a:r>
        </a:p>
      </dsp:txBody>
      <dsp:txXfrm>
        <a:off x="3265572" y="5135391"/>
        <a:ext cx="818130" cy="507975"/>
      </dsp:txXfrm>
    </dsp:sp>
    <dsp:sp modelId="{EF79BAAE-B8A0-234B-946D-0B71C0249D63}">
      <dsp:nvSpPr>
        <dsp:cNvPr id="0" name=""/>
        <dsp:cNvSpPr/>
      </dsp:nvSpPr>
      <dsp:spPr>
        <a:xfrm>
          <a:off x="1970705" y="2669744"/>
          <a:ext cx="1295876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25A85-7824-5241-AD2C-A3BABDFD2EBF}">
      <dsp:nvSpPr>
        <dsp:cNvPr id="0" name=""/>
        <dsp:cNvSpPr/>
      </dsp:nvSpPr>
      <dsp:spPr>
        <a:xfrm>
          <a:off x="2065121" y="2759439"/>
          <a:ext cx="1295876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Heterogeneous</a:t>
          </a:r>
        </a:p>
      </dsp:txBody>
      <dsp:txXfrm>
        <a:off x="2080925" y="2775243"/>
        <a:ext cx="1264268" cy="507975"/>
      </dsp:txXfrm>
    </dsp:sp>
    <dsp:sp modelId="{78AE1704-D531-124B-9333-452DE65145EF}">
      <dsp:nvSpPr>
        <dsp:cNvPr id="0" name=""/>
        <dsp:cNvSpPr/>
      </dsp:nvSpPr>
      <dsp:spPr>
        <a:xfrm>
          <a:off x="2092358" y="1108005"/>
          <a:ext cx="1108296" cy="539583"/>
        </a:xfrm>
        <a:prstGeom prst="round2DiagRect">
          <a:avLst/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02115-3F69-D541-AA75-FBBC5ABAE8DC}">
      <dsp:nvSpPr>
        <dsp:cNvPr id="0" name=""/>
        <dsp:cNvSpPr/>
      </dsp:nvSpPr>
      <dsp:spPr>
        <a:xfrm>
          <a:off x="2186773" y="1197700"/>
          <a:ext cx="1108296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(Conventional)</a:t>
          </a:r>
        </a:p>
      </dsp:txBody>
      <dsp:txXfrm>
        <a:off x="2202577" y="1213504"/>
        <a:ext cx="1076688" cy="507975"/>
      </dsp:txXfrm>
    </dsp:sp>
    <dsp:sp modelId="{07DD5601-ED88-BE46-990B-0FB33A0FD390}">
      <dsp:nvSpPr>
        <dsp:cNvPr id="0" name=""/>
        <dsp:cNvSpPr/>
      </dsp:nvSpPr>
      <dsp:spPr>
        <a:xfrm>
          <a:off x="3378337" y="1096312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81CE6-0417-584F-9D0E-9A0FF9A31DA9}">
      <dsp:nvSpPr>
        <dsp:cNvPr id="0" name=""/>
        <dsp:cNvSpPr/>
      </dsp:nvSpPr>
      <dsp:spPr>
        <a:xfrm>
          <a:off x="3472752" y="1186007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Controlled</a:t>
          </a:r>
        </a:p>
      </dsp:txBody>
      <dsp:txXfrm>
        <a:off x="3488556" y="1201811"/>
        <a:ext cx="818130" cy="507975"/>
      </dsp:txXfrm>
    </dsp:sp>
    <dsp:sp modelId="{80C49A31-7D8C-3A4E-9279-33B3EA9E1F0E}">
      <dsp:nvSpPr>
        <dsp:cNvPr id="0" name=""/>
        <dsp:cNvSpPr/>
      </dsp:nvSpPr>
      <dsp:spPr>
        <a:xfrm>
          <a:off x="4416906" y="1096312"/>
          <a:ext cx="849738" cy="53958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62BB7-36FE-7149-8A32-5A1D27C22D74}">
      <dsp:nvSpPr>
        <dsp:cNvPr id="0" name=""/>
        <dsp:cNvSpPr/>
      </dsp:nvSpPr>
      <dsp:spPr>
        <a:xfrm>
          <a:off x="4511321" y="1186007"/>
          <a:ext cx="849738" cy="539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in the Loop</a:t>
          </a:r>
        </a:p>
      </dsp:txBody>
      <dsp:txXfrm>
        <a:off x="4527125" y="1201811"/>
        <a:ext cx="818130" cy="507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08872-6B44-EB4E-B873-F0FBEFE185D2}" type="datetimeFigureOut">
              <a:rPr lang="en-US" smtClean="0"/>
              <a:t>5/5/24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21B1E-95F6-7341-934C-361765D7D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8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11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55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8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70D3-4EA6-636F-733B-26993E347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CE6A9-36FC-FC89-EA81-CD8F7207C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AB547-EF56-B484-27AF-A5A4ECCC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6815-6E6B-C549-8BC5-67DBAD66E4C9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8A50-D257-8B03-152F-CB1B64F8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55213-67FA-463D-6682-FD212683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3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4760-8004-4F50-6E14-56EEE9C7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0101-818B-6897-4A4E-716D811F4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45740-ADB4-D6DD-388A-D7D77A70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121F-DE67-4F45-98D4-0E558B852466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72B04-F861-3AE9-9B76-517AEE11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F3225-D742-A2BE-04F9-E7BFBB28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5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10B7-28FE-2615-B50C-A1A8E704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3829F-CC52-1B51-E060-8C3208151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3628-8CC5-161B-5EE9-87FB0081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45A97-A6A4-5943-94FC-9D868A7AEB2C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B6CFE-CE8F-85F6-C929-B03D0C7C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9EDA-9201-A22C-A5D2-4ABB52F5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5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9B59-0EB4-42DD-04BC-6C9FCA20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5054-E247-6434-E1A7-F680AE278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7BD40-C28E-45F4-7E0E-088B2AB52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526A8-7966-EFDF-76AA-1AA68CA0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F800-A64F-9E47-B4F4-31BCE8FE6D1F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5B45-A2D9-A3F4-F338-DE8DFA70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4FA19-D0EB-699C-D883-5BA01381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50AD-59EA-6D9B-0F6B-8595E92F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66201-F768-5DE8-296C-648C1E3FF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ADF6F-D0EB-EF65-0CDE-0CADF8866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D8578-8F38-442E-2CCB-649F920FC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AE40F-E8AF-E81A-0880-961FBD5C8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7DEB5-147D-540A-696F-713CB2A2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748D-258B-6E40-8BBA-83A862F7F1D0}" type="datetime1">
              <a:rPr lang="en-US" smtClean="0"/>
              <a:t>5/8/24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63625-3029-3A9C-8803-4969865B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37C42-65FA-0799-0CC0-B9C39FA2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9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027E-7865-1AEC-73D5-227CB770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AF233-9048-F40A-D2CE-DEC87CCF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E304-7B7C-6B47-ABB2-C2A65FB7FC1E}" type="datetime1">
              <a:rPr lang="en-US" smtClean="0"/>
              <a:t>5/8/24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5B0DB-FDE2-E4C0-E035-510C1F82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48B2D-550B-9A39-07B9-1CE1FD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54963-336F-41A4-D182-4FD0A190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4F6C-90E2-464A-897B-D9ACCC9B1646}" type="datetime1">
              <a:rPr lang="en-US" smtClean="0"/>
              <a:t>5/8/24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1DFF0-32EA-5F48-A1A4-27AF79A1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C59C-CD5D-5E0B-C142-C62B264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4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3FB8-AE88-D93E-F97C-7EEB01C4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6920-AC7D-011E-2886-6525B3F5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B20BE-CBE8-FA2D-5745-B6A8F83F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20AB6-AB5E-1A67-0FB0-036B91DD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9F7B-4C0E-D64C-BE1D-279E1A1B53FC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46DC6-E9FE-A484-2433-91FBB645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464ED-21EC-2443-D147-49E8F8F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0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4500-457A-5A56-0F80-FC5C5B1D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4A9DF-0FBE-7CEB-8944-572E21D76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CB922-C865-8F8C-9DE0-9132A4988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E1CDC-B8BD-45C8-4915-AC6D69B5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8B62-844B-6448-9C75-09DA548E31AB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9BA48-9E66-625C-D88C-776022E3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80233-8FA8-3A78-7ED4-CB9E22DF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3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F809-74FF-B6F4-0664-84DB5EFC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F4378-69CF-C5B6-8BED-B56848BFB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818AC-30BF-9523-D878-B62E4EA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D338-AA5E-0E44-86DE-27A662298CE1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170B5-63CE-9029-7490-C623486B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BE8E5-990E-0E64-3EFB-28F0DCF4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A17C6-FF32-FAD7-2B54-1DD90FFCD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CF2A6-DFB5-1206-5C46-BF7F83293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B280-246A-DBCF-9C42-8312D2A0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3DEE-A5E2-CE4A-BF0B-6AF43A2EC722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7B980-D263-2639-1273-7E44A4A2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EF7A-CA4A-3D12-9A28-096500DF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4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4A500-2F3E-514B-8B1C-E38F63FD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4B3A6-2F34-FAEA-C6B3-8AD60524E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C4B7-CEDA-6201-1408-E05FDAA60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5CFFE-4BDF-C844-BD96-BE19E69D89FB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AD5D-2CD2-DC6C-1190-0D118832E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E7161-EEC8-2BEE-0DD9-98104B939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0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ZqeT-PLs_VGNjnzZHeL7zqboIkY9w1Gc/view?usp=share_link" TargetMode="External"/><Relationship Id="rId13" Type="http://schemas.openxmlformats.org/officeDocument/2006/relationships/hyperlink" Target="https://drive.google.com/file/d/1A5zatmhcC-Y3s2bZaxYHIJP3E-PJ4EIR/view?usp=share_link" TargetMode="External"/><Relationship Id="rId3" Type="http://schemas.openxmlformats.org/officeDocument/2006/relationships/hyperlink" Target="https://drive.google.com/file/d/1dT1mvltfXMWm768QQah-OWhdCjl8SQIV/view?usp=share_link" TargetMode="External"/><Relationship Id="rId7" Type="http://schemas.openxmlformats.org/officeDocument/2006/relationships/hyperlink" Target="https://drive.google.com/file/d/1wDNdlnC39Dcailiat0AbNr-Eqm8Sbn2c/view?usp=share_link" TargetMode="External"/><Relationship Id="rId12" Type="http://schemas.openxmlformats.org/officeDocument/2006/relationships/hyperlink" Target="https://drive.google.com/file/d/10BK8ugZqdKcFC-KGzC2WAuu3OIRc-3Ap/view?usp=share_link" TargetMode="External"/><Relationship Id="rId17" Type="http://schemas.openxmlformats.org/officeDocument/2006/relationships/hyperlink" Target="https://drive.google.com/file/d/1guLxcAJn9sMUb18CKDZbGxUJnBPcuuLg/view?usp=share_link" TargetMode="External"/><Relationship Id="rId2" Type="http://schemas.openxmlformats.org/officeDocument/2006/relationships/hyperlink" Target="https://drive.google.com/file/d/1B3MtnI7-c3571MDAwbY9vn8Uh0bG_pvC/view?usp=share_link" TargetMode="External"/><Relationship Id="rId16" Type="http://schemas.openxmlformats.org/officeDocument/2006/relationships/hyperlink" Target="https://drive.google.com/file/d/14V1gkbZ3DKeqvtHb-zHgv1QVOG5ID8vD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Nlbd-tb_erhVc0n_Yqx-d2Mfhpp64Off/view?usp=share_link" TargetMode="External"/><Relationship Id="rId11" Type="http://schemas.openxmlformats.org/officeDocument/2006/relationships/hyperlink" Target="https://drive.google.com/file/d/1PBskdIel0G-dmMlR9nmsCqbAnJguVN96/view?usp=share_link" TargetMode="External"/><Relationship Id="rId5" Type="http://schemas.openxmlformats.org/officeDocument/2006/relationships/hyperlink" Target="https://drive.google.com/file/d/1kd5EnYfbw4Tec_MowYFl4rxFVUavczC1/view?usp=share_link" TargetMode="External"/><Relationship Id="rId15" Type="http://schemas.openxmlformats.org/officeDocument/2006/relationships/hyperlink" Target="https://drive.google.com/file/d/1YSW7i-TO8UUk54p2ffqn9CiLUlZweq8-/view?usp=share_link" TargetMode="External"/><Relationship Id="rId10" Type="http://schemas.openxmlformats.org/officeDocument/2006/relationships/hyperlink" Target="https://drive.google.com/file/d/1taOSNKBXLo78B04mUL8GSEuAW1ttPiIj/view?usp=share_link" TargetMode="External"/><Relationship Id="rId4" Type="http://schemas.openxmlformats.org/officeDocument/2006/relationships/hyperlink" Target="https://drive.google.com/file/d/1uL8Y5zeHnHQ-kP-Z2ewin30VyFik5szA/view?usp=share_link" TargetMode="External"/><Relationship Id="rId9" Type="http://schemas.openxmlformats.org/officeDocument/2006/relationships/hyperlink" Target="https://drive.google.com/file/d/1NPni_gUbDiuAQPKrevYMhTWgZmW9hW7v/view?usp=share_link" TargetMode="External"/><Relationship Id="rId14" Type="http://schemas.openxmlformats.org/officeDocument/2006/relationships/hyperlink" Target="https://drive.google.com/file/d/1DL2GSzpPYPgfzL3tMT5GPmG93z5sGwi1/view?usp=share_link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4nAO8jd2MABljDhwHsuqfcFl6DdYCqqF/view?usp=share_link" TargetMode="External"/><Relationship Id="rId13" Type="http://schemas.openxmlformats.org/officeDocument/2006/relationships/hyperlink" Target="https://drive.google.com/file/d/17KOT_yI66PeQQ8af2Tp0wwVoC2o-4d53/view?usp=share_link" TargetMode="External"/><Relationship Id="rId18" Type="http://schemas.openxmlformats.org/officeDocument/2006/relationships/hyperlink" Target="https://drive.google.com/file/d/1cvO-8YYdCaR1MRt5Whzo5FNKtNjkqawT/view?usp=share_link" TargetMode="External"/><Relationship Id="rId3" Type="http://schemas.openxmlformats.org/officeDocument/2006/relationships/hyperlink" Target="https://drive.google.com/file/d/1u1iUltrn_dfolsPyjDFkdG94qFxafjNR/view?usp=share_link" TargetMode="External"/><Relationship Id="rId7" Type="http://schemas.openxmlformats.org/officeDocument/2006/relationships/hyperlink" Target="https://drive.google.com/file/d/12aM3vTpSJmEl3k8OgzPZZ603gUhqxA5n/view?usp=share_link" TargetMode="External"/><Relationship Id="rId12" Type="http://schemas.openxmlformats.org/officeDocument/2006/relationships/hyperlink" Target="https://drive.google.com/file/d/19m1kJL018qMVQoPndXCoonNX2mEWLqVS/view?usp=share_link" TargetMode="External"/><Relationship Id="rId17" Type="http://schemas.openxmlformats.org/officeDocument/2006/relationships/hyperlink" Target="https://drive.google.com/file/d/1uwlkznB0tqtXaRzeKIrT8sIqE9Pdk7iH/view?usp=share_link" TargetMode="External"/><Relationship Id="rId2" Type="http://schemas.openxmlformats.org/officeDocument/2006/relationships/hyperlink" Target="https://drive.google.com/file/d/1jwdMnk_CIdiuE1GgQXArxHmDWHwn1VNU/view?usp=share_link" TargetMode="External"/><Relationship Id="rId16" Type="http://schemas.openxmlformats.org/officeDocument/2006/relationships/hyperlink" Target="https://drive.google.com/file/d/1g4EeaBECtnGupfNw4YlU9RW5Cud5s2Ap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V3kdMnZULZ9MKcxc_zWRtOjM6wyuVMdK/view?usp=share_link" TargetMode="External"/><Relationship Id="rId11" Type="http://schemas.openxmlformats.org/officeDocument/2006/relationships/hyperlink" Target="https://drive.google.com/file/d/1bdxF-Mwoe29TgPZICm5TeJ3yAXKPxFNJ/view?usp=share_link" TargetMode="External"/><Relationship Id="rId5" Type="http://schemas.openxmlformats.org/officeDocument/2006/relationships/hyperlink" Target="https://drive.google.com/file/d/1VybCeHjW1IIq2XpZssIas50ubnys-G0r/view?usp=share_link" TargetMode="External"/><Relationship Id="rId15" Type="http://schemas.openxmlformats.org/officeDocument/2006/relationships/hyperlink" Target="https://drive.google.com/file/d/120XlmiG8zd2lB69paF6aixMxZ1NFsv1u/view?usp=share_link" TargetMode="External"/><Relationship Id="rId10" Type="http://schemas.openxmlformats.org/officeDocument/2006/relationships/hyperlink" Target="https://drive.google.com/file/d/1bEkPCqrOhrLddHh_j52S9mVMnp1CUlNG/view?usp=share_link" TargetMode="External"/><Relationship Id="rId4" Type="http://schemas.openxmlformats.org/officeDocument/2006/relationships/hyperlink" Target="https://drive.google.com/file/d/1Xp8ai9IXN_bbKsFyVr3XawIwb8Uli_Cr/view?usp=share_link" TargetMode="External"/><Relationship Id="rId9" Type="http://schemas.openxmlformats.org/officeDocument/2006/relationships/hyperlink" Target="https://drive.google.com/file/d/11UzT8iG50mcASszmEO-pE16rNP7-hmp7/view?usp=share_link" TargetMode="External"/><Relationship Id="rId14" Type="http://schemas.openxmlformats.org/officeDocument/2006/relationships/hyperlink" Target="https://drive.google.com/file/d/154kv400ysvKkGeVaACTUjTSbS9CaDcrD/view?usp=shar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4BA6B-AA8E-B44E-DF1A-43E0F0F47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62382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000"/>
              <a:t>Adaptive Navigation of </a:t>
            </a:r>
            <a:br>
              <a:rPr lang="en-US" sz="5000"/>
            </a:br>
            <a:r>
              <a:rPr lang="en-US" sz="5000"/>
              <a:t>Multi-Robot Systems in </a:t>
            </a:r>
            <a:br>
              <a:rPr lang="en-US" sz="5000"/>
            </a:br>
            <a:r>
              <a:rPr lang="en-US" sz="5000"/>
              <a:t>Vector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6DA7C-B318-7FC2-E3DE-2B01E6EAE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Christopher Waight</a:t>
            </a:r>
          </a:p>
          <a:p>
            <a:pPr algn="l"/>
            <a:r>
              <a:rPr lang="en-US" sz="2000"/>
              <a:t>Santa Clara University</a:t>
            </a:r>
          </a:p>
          <a:p>
            <a:pPr algn="l"/>
            <a:r>
              <a:rPr lang="en-US" sz="2000"/>
              <a:t>Mechanical Engineering Department</a:t>
            </a:r>
          </a:p>
          <a:p>
            <a:pPr algn="l"/>
            <a:r>
              <a:rPr lang="en-US" sz="2000"/>
              <a:t>May 17, 2024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B403D3E9-A3FC-0CCD-547D-4110BA258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81" y="1786015"/>
            <a:ext cx="4153418" cy="415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35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8A76F-75A9-EBBE-E260-3062CBBE0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4A16-5849-514A-3E67-CB2847A6C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1900" dirty="0"/>
              <a:t>Introduction</a:t>
            </a:r>
          </a:p>
          <a:p>
            <a:r>
              <a:rPr lang="en-US" sz="1900" dirty="0"/>
              <a:t>Problem Statement</a:t>
            </a:r>
          </a:p>
          <a:p>
            <a:r>
              <a:rPr lang="en-US" sz="1900" dirty="0"/>
              <a:t>Literature Review</a:t>
            </a:r>
          </a:p>
          <a:p>
            <a:r>
              <a:rPr lang="en-US" sz="1900" dirty="0"/>
              <a:t>Methodology</a:t>
            </a:r>
          </a:p>
          <a:p>
            <a:r>
              <a:rPr lang="en-US" sz="1900" dirty="0"/>
              <a:t>Preliminary Results</a:t>
            </a:r>
          </a:p>
          <a:p>
            <a:r>
              <a:rPr lang="en-US" sz="1900" dirty="0"/>
              <a:t>Expected Outcomes</a:t>
            </a:r>
          </a:p>
          <a:p>
            <a:r>
              <a:rPr lang="en-US" sz="1900" dirty="0"/>
              <a:t>Timeline</a:t>
            </a:r>
          </a:p>
          <a:p>
            <a:r>
              <a:rPr lang="en-US" sz="1900" dirty="0"/>
              <a:t>Implication of Findings</a:t>
            </a:r>
          </a:p>
          <a:p>
            <a:r>
              <a:rPr lang="en-US" sz="1900" dirty="0"/>
              <a:t>Summary</a:t>
            </a:r>
          </a:p>
          <a:p>
            <a:r>
              <a:rPr lang="en-US" sz="1900" dirty="0"/>
              <a:t>Question and Answers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D60BF-57A1-2682-8F65-F00E794F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9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13955" cy="6134620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5979-C82F-223B-E49E-46834829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2D7C7-0841-3630-1700-7A10A89D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4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75156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A72E28-3CA5-B968-C077-959B31A9F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1979881"/>
              </p:ext>
            </p:extLst>
          </p:nvPr>
        </p:nvGraphicFramePr>
        <p:xfrm>
          <a:off x="6445405" y="524107"/>
          <a:ext cx="5363735" cy="5968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40F6840-7CF6-D6F0-EF78-B09C8001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11" y="1334971"/>
            <a:ext cx="5603489" cy="5157904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techniques are robust when the environment or system dynamics are not fully known, unknown, or dynamic.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Multirobot systems are coordinated group of robots that often have capabilities beyond the sum of individual robots.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maintain benefits of individual robots such as precision, repeatability and resilience to harsh environments.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offer redundancy and expanded coverage.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can collaborate  adding benefit beyond individual robots.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can be used for search and rescue, path exploration,  and environmental monitoring.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Navigation in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Scalar Field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is well studied.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Navigation in Vector Fields is in its infancy.</a:t>
            </a:r>
            <a:endParaRPr lang="en-US" sz="18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B02B0E-0014-1D1A-AAEA-69414808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1797" y="2946631"/>
            <a:ext cx="4862447" cy="15919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multirobot systems utilize adaptive navigation techniques for maneuvering within complex and dynamic vector fields to and along regions of interest?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A6389-0211-C4FB-2B5B-BEC7279E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C445E5-6269-6414-FB1A-19876F34136A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4000" dirty="0">
                <a:solidFill>
                  <a:srgbClr val="FFFFFF"/>
                </a:solidFill>
              </a:rPr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66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59" y="365125"/>
            <a:ext cx="11117765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multirobot systems utilize adaptive navigation techniques for maneuvering within complex and dynamic vector fields to and along regions of interest?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5979-C82F-223B-E49E-46834829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259" y="1572322"/>
            <a:ext cx="10818541" cy="4920553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to AN in Vector Fields: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Modelling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Much more difficult to model compared to scalar fields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Challenges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Vectors contain more data, inherently requiring more real-time computation power.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Environments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Vector Fields can change unpredictably, requiring algorithms to adapt in real-time.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Robustness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Communication between robots may not be perfect, and sensor readings may be imperfect.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Robot-Environment Interaction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–a vector field may change the trajectory of a robotic system.</a:t>
            </a:r>
          </a:p>
          <a:p>
            <a:pPr marL="0" indent="0">
              <a:buNone/>
            </a:pP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latin typeface="Calibri" panose="020F0502020204030204" pitchFamily="34" charset="0"/>
                <a:cs typeface="Calibri" panose="020F0502020204030204" pitchFamily="34" charset="0"/>
              </a:rPr>
              <a:t>Motivation to develop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 Vector Fields </a:t>
            </a:r>
            <a:r>
              <a:rPr lang="en-US" sz="1600" kern="1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 Navigation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Enables exploration and navigation in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harsh and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denied environments.</a:t>
            </a:r>
            <a:endParaRPr lang="en-US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 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Robotic Systems can exploit features of th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vector fields such as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tailwinds and stable manifolds.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Obstacle Avoidance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Enables obstacle avoidance in avoiding regions of turbulence or extreme conditions.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Cross-Sectoral Applications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navigation through atmospheric systems, rivers, aquatic bodies, off-planet exploration (magnetic and gravitational fields)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01661-FDCA-1D7F-9B96-A2431E3A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26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0" i="0" u="none" strike="noStrike" dirty="0">
                <a:effectLst/>
                <a:highlight>
                  <a:srgbClr val="FFFFFF"/>
                </a:highlight>
                <a:latin typeface="Söhne"/>
              </a:rPr>
              <a:t>Adaptive Navigation Techniques</a:t>
            </a:r>
          </a:p>
          <a:p>
            <a:r>
              <a:rPr lang="en-US" sz="2000" dirty="0">
                <a:highlight>
                  <a:srgbClr val="FFFFFF"/>
                </a:highlight>
                <a:latin typeface="Söhne"/>
              </a:rPr>
              <a:t>Control Architectures</a:t>
            </a:r>
          </a:p>
          <a:p>
            <a:r>
              <a:rPr lang="en-US" sz="2000" b="0" i="0" u="none" strike="noStrike" dirty="0">
                <a:effectLst/>
                <a:highlight>
                  <a:srgbClr val="FFFFFF"/>
                </a:highlight>
                <a:latin typeface="Söhne"/>
              </a:rPr>
              <a:t>Adaptive Navigation in Scalar Fields</a:t>
            </a:r>
          </a:p>
          <a:p>
            <a:r>
              <a:rPr lang="en-US" sz="2000" b="0" i="0" u="none" strike="noStrike" dirty="0">
                <a:effectLst/>
                <a:highlight>
                  <a:srgbClr val="FFFFFF"/>
                </a:highlight>
                <a:latin typeface="Söhne"/>
              </a:rPr>
              <a:t>Adaptive Navigation in </a:t>
            </a:r>
            <a:r>
              <a:rPr lang="en-US" sz="2000" dirty="0">
                <a:highlight>
                  <a:srgbClr val="FFFFFF"/>
                </a:highlight>
                <a:latin typeface="Söhne"/>
              </a:rPr>
              <a:t>Vector Fields</a:t>
            </a:r>
            <a:endParaRPr lang="en-US" sz="2000" b="0" i="0" u="none" strike="noStrike" dirty="0">
              <a:effectLst/>
              <a:highlight>
                <a:srgbClr val="FFFFFF"/>
              </a:highlight>
              <a:latin typeface="Söhne"/>
            </a:endParaRPr>
          </a:p>
          <a:p>
            <a:endParaRPr lang="en-US" sz="2000" b="0" i="0" u="none" strike="noStrike" dirty="0"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E6EA50-0394-672E-6D89-B719781F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A4A346-2708-B6CF-944E-82C323FD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13955" cy="6134620"/>
          </a:xfrm>
        </p:spPr>
        <p:txBody>
          <a:bodyPr anchor="b">
            <a:normAutofit/>
          </a:bodyPr>
          <a:lstStyle/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95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Adaptive Navigation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6411B-81F7-95EA-C1A6-4BC1A5F73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94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 Based Navigation</a:t>
            </a:r>
          </a:p>
          <a:p>
            <a:pPr lvl="1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a memory component with knowledge of the environment (or builds it up over time or many iterations).</a:t>
            </a:r>
          </a:p>
          <a:p>
            <a:pPr lvl="1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use historical date to estimate current state within environment.</a:t>
            </a:r>
          </a:p>
          <a:p>
            <a:pPr lvl="1"/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Neural Tissues, multiagent grid world, model estimator techniques.</a:t>
            </a:r>
          </a:p>
          <a:p>
            <a:pPr lvl="1"/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Can learn optimal solution, provide noise rejection, great for mapping</a:t>
            </a:r>
          </a:p>
          <a:p>
            <a:pPr lvl="1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Cons: Memory intensive, computationally expensive, may struggle in dynamic environment, may require training</a:t>
            </a:r>
          </a:p>
          <a:p>
            <a:pPr marL="457200" lvl="1" indent="0">
              <a:buNone/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 Free Navigation</a:t>
            </a:r>
          </a:p>
          <a:p>
            <a:pPr lvl="1"/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Models are completely </a:t>
            </a:r>
            <a:r>
              <a:rPr lang="en-US" sz="16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reactive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offer a memoryless approach to navigation. </a:t>
            </a:r>
          </a:p>
          <a:p>
            <a:pPr lvl="1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Instantaneous estimation of the environment with no need for historical data.</a:t>
            </a:r>
          </a:p>
          <a:p>
            <a:pPr lvl="1"/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include: Simple Reflect Agents, Proportional Control, Potential Field Methods</a:t>
            </a:r>
          </a:p>
          <a:p>
            <a:pPr lvl="1"/>
            <a:endParaRPr lang="en-US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Pros: great for a dynamic environment, low computational </a:t>
            </a:r>
            <a:r>
              <a:rPr lang="en-US" sz="16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demans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quick response to real time obstacle, basis for memory-based models.</a:t>
            </a:r>
          </a:p>
          <a:p>
            <a:pPr lvl="1"/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Cons: potentially inefficient routing, vulnerable to noise, struggle in complex environment.</a:t>
            </a:r>
          </a:p>
          <a:p>
            <a:pPr marL="0" indent="0">
              <a:buNone/>
            </a:pP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8F0-F8FA-2CB8-6694-D053C31A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8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Navigation in Scalar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8089-243B-3261-C5D2-4A08BF991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0" y="1856105"/>
            <a:ext cx="10515600" cy="288019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800" dirty="0"/>
              <a:t>Navigating to and around extrema, ridges, trenches, saddle points, fronts have been published.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Have been verified in simulation and on physical test beds.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Success demonstrated with various control architectures.</a:t>
            </a:r>
          </a:p>
          <a:p>
            <a:pPr lvl="2"/>
            <a:r>
              <a:rPr lang="en-US" sz="1800" dirty="0"/>
              <a:t>Centralized and Decentralized Architectures</a:t>
            </a:r>
          </a:p>
          <a:p>
            <a:pPr lvl="2"/>
            <a:r>
              <a:rPr lang="en-US" sz="1800" dirty="0"/>
              <a:t>Memory based methods and Memory Free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0646C-2296-90AC-6782-21FBE723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52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Adaptive Navigation in Vector Fields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838199" y="2134142"/>
            <a:ext cx="6283961" cy="4414930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1800" u="sng" dirty="0">
                <a:latin typeface="Calibri" panose="020F0502020204030204" pitchFamily="34" charset="0"/>
                <a:cs typeface="Calibri" panose="020F0502020204030204" pitchFamily="34" charset="0"/>
              </a:rPr>
              <a:t>Artificial Vector Fields</a:t>
            </a:r>
          </a:p>
          <a:p>
            <a:pPr marL="457200" lvl="1" indent="0"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Robot systems create artificial vector fields and are used to guide individual robot navigation.</a:t>
            </a:r>
          </a:p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800" u="sng" dirty="0">
                <a:latin typeface="Calibri" panose="020F0502020204030204" pitchFamily="34" charset="0"/>
                <a:cs typeface="Calibri" panose="020F0502020204030204" pitchFamily="34" charset="0"/>
              </a:rPr>
              <a:t>Natural Vector Fields</a:t>
            </a:r>
          </a:p>
          <a:p>
            <a:pPr marL="457200" lvl="1" indent="0">
              <a:buNone/>
            </a:pPr>
            <a:r>
              <a:rPr lang="en-US" sz="1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Cooper, Ryan, et al. "Initial Study of Multirobot Adaptive Navigation for Exploring Environmental Vector Fields.” [13]</a:t>
            </a:r>
            <a:endParaRPr lang="en-US" sz="18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18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Environment Modelling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- Construction of Vector Fields using Helmholtz Decomposition. [33]</a:t>
            </a:r>
          </a:p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Control Primitives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– 2x: ‘Vector to Scalar’ and ‘Direction Follower’   primitives have demonstrated success in extrema seeking.</a:t>
            </a:r>
          </a:p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Test Bed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Rajabhandharaks</a:t>
            </a:r>
            <a:r>
              <a:rPr lang="en-US" sz="1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Danop</a:t>
            </a:r>
            <a:r>
              <a:rPr lang="en-US" sz="1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, et al. "Indoor Testbed for Vector Field Multirobot Adaptive Navigation: Feasibility Study."  [22]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209A9-3687-E585-E684-B2C279C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9C6E2D-5262-07B7-1C3B-C1B143C8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060" y="1573450"/>
            <a:ext cx="1725079" cy="178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CBDA58-2780-B8CF-B7A9-94A97A225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573450"/>
            <a:ext cx="1725080" cy="17880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AE55D8-4E66-7433-CDE1-7BCB8ED71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384" y="3540991"/>
            <a:ext cx="2937510" cy="300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73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580"/>
          </a:xfrm>
        </p:spPr>
        <p:txBody>
          <a:bodyPr/>
          <a:lstStyle/>
          <a:p>
            <a:r>
              <a:rPr lang="en-US" dirty="0"/>
              <a:t>AN Control Primitives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/>
              <p:nvPr/>
            </p:nvSpPr>
            <p:spPr>
              <a:xfrm>
                <a:off x="753179" y="2597070"/>
                <a:ext cx="5084833" cy="2264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u="sng" dirty="0"/>
                  <a:t>Vector 2 Scalar Technique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For each instantaneous moment:</a:t>
                </a:r>
              </a:p>
              <a:p>
                <a:r>
                  <a:rPr lang="en-US" sz="1400" dirty="0"/>
                  <a:t>          Get position and pose of cluster and for each robot</a:t>
                </a:r>
              </a:p>
              <a:p>
                <a:r>
                  <a:rPr lang="en-US" sz="1400" dirty="0"/>
                  <a:t>          For each  of 3 robots:</a:t>
                </a:r>
              </a:p>
              <a:p>
                <a:r>
                  <a:rPr lang="en-US" sz="1400" dirty="0"/>
                  <a:t>	Get vector reading from each robot (zi)</a:t>
                </a:r>
              </a:p>
              <a:p>
                <a:pPr lvl="1"/>
                <a:r>
                  <a:rPr lang="en-US" sz="1400" dirty="0"/>
                  <a:t>	Determine Magnitude ||Zi||</a:t>
                </a:r>
              </a:p>
              <a:p>
                <a:pPr lvl="1"/>
                <a:r>
                  <a:rPr lang="en-US" sz="1400" dirty="0"/>
                  <a:t>	Get position reading of each robot [</a:t>
                </a:r>
                <a:r>
                  <a:rPr lang="en-US" sz="1400" dirty="0" err="1"/>
                  <a:t>xi,yi</a:t>
                </a:r>
                <a:r>
                  <a:rPr lang="en-US" sz="1400" dirty="0"/>
                  <a:t>]</a:t>
                </a:r>
              </a:p>
              <a:p>
                <a:pPr lvl="1"/>
                <a:r>
                  <a:rPr lang="en-US" sz="14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spc="-5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 kern="0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i="1" kern="0" spc="-5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𝑔𝑟𝑎𝑑</m:t>
                        </m:r>
                      </m:sub>
                    </m:sSub>
                  </m:oMath>
                </a14:m>
                <a:r>
                  <a:rPr lang="en-US" sz="1400" dirty="0"/>
                  <a:t> using equations 2-5 below</a:t>
                </a:r>
              </a:p>
              <a:p>
                <a:pPr lvl="1"/>
                <a:r>
                  <a:rPr lang="en-US" sz="1400" dirty="0"/>
                  <a:t>Move Cluster in direction of </a:t>
                </a:r>
                <a:r>
                  <a:rPr lang="en-US" sz="1400" dirty="0" err="1"/>
                  <a:t>bgrad</a:t>
                </a:r>
                <a:endParaRPr lang="en-US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79" y="2597070"/>
                <a:ext cx="5084833" cy="2264274"/>
              </a:xfrm>
              <a:prstGeom prst="rect">
                <a:avLst/>
              </a:prstGeom>
              <a:blipFill>
                <a:blip r:embed="rId2"/>
                <a:stretch>
                  <a:fillRect l="-499" t="-559" b="-1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BA7D250-39AE-5575-FC2D-9B7EB96C7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821" y="4938712"/>
            <a:ext cx="2400300" cy="1600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537B75-E0EC-75BA-60D4-8CFEA48C50ED}"/>
              </a:ext>
            </a:extLst>
          </p:cNvPr>
          <p:cNvSpPr txBox="1"/>
          <p:nvPr/>
        </p:nvSpPr>
        <p:spPr>
          <a:xfrm>
            <a:off x="6569432" y="2597070"/>
            <a:ext cx="53916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Direction Follower Technique</a:t>
            </a:r>
          </a:p>
          <a:p>
            <a:endParaRPr lang="en-US" sz="1400" dirty="0"/>
          </a:p>
          <a:p>
            <a:r>
              <a:rPr lang="en-US" sz="1400" dirty="0"/>
              <a:t>For each instantaneous moment:</a:t>
            </a:r>
          </a:p>
          <a:p>
            <a:r>
              <a:rPr lang="en-US" sz="1400" dirty="0"/>
              <a:t>          Get cluster position and pose variables</a:t>
            </a:r>
          </a:p>
          <a:p>
            <a:r>
              <a:rPr lang="en-US" sz="1400" dirty="0"/>
              <a:t>          For each  of 3 robots:</a:t>
            </a:r>
          </a:p>
          <a:p>
            <a:r>
              <a:rPr lang="en-US" sz="1400" dirty="0"/>
              <a:t>	Get vector reading from each robot (zi)</a:t>
            </a:r>
          </a:p>
          <a:p>
            <a:pPr lvl="1"/>
            <a:r>
              <a:rPr lang="en-US" sz="1400" dirty="0"/>
              <a:t>	Normalize  Zi’ = Zi / ||Zi||</a:t>
            </a:r>
          </a:p>
          <a:p>
            <a:pPr lvl="1"/>
            <a:r>
              <a:rPr lang="en-US" sz="1400" dirty="0"/>
              <a:t>Compute vector sum= Z’ = sum( Zi’)</a:t>
            </a:r>
          </a:p>
          <a:p>
            <a:pPr lvl="1"/>
            <a:r>
              <a:rPr lang="en-US" sz="1400" dirty="0"/>
              <a:t>Normalize the resultant vector Z’’=Z’/||Z/||</a:t>
            </a:r>
          </a:p>
          <a:p>
            <a:pPr lvl="1"/>
            <a:r>
              <a:rPr lang="en-US" sz="1400" dirty="0"/>
              <a:t>Move Cluster in direction of Z’’</a:t>
            </a:r>
          </a:p>
          <a:p>
            <a:pPr lvl="1"/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FC7A1-339C-678A-DA76-9E296168C16C}"/>
              </a:ext>
            </a:extLst>
          </p:cNvPr>
          <p:cNvSpPr txBox="1"/>
          <p:nvPr/>
        </p:nvSpPr>
        <p:spPr>
          <a:xfrm>
            <a:off x="322224" y="1370882"/>
            <a:ext cx="11031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Cooper, Ryan, et al. "Initial Study of Multirobot Adaptive Navigation for Exploring Environmental Vector Fields.” [13]</a:t>
            </a:r>
            <a:endParaRPr lang="en-US" dirty="0"/>
          </a:p>
          <a:p>
            <a:pPr lvl="1"/>
            <a:r>
              <a:rPr lang="en-US" dirty="0"/>
              <a:t>Both techniques were used for navigation to extrema.</a:t>
            </a:r>
          </a:p>
          <a:p>
            <a:pPr lvl="1"/>
            <a:r>
              <a:rPr lang="en-US" dirty="0"/>
              <a:t>Both techniques convert vector data to scalar data by removing either magnitude data or direction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E372D-80C5-BB8A-54D7-088B7004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8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693234" y="1690688"/>
            <a:ext cx="10515600" cy="4476432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we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a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of features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interest in vector fields?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other </a:t>
            </a: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we get from distributed vector readings?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we </a:t>
            </a: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discover control primitives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navigate to and around these features?</a:t>
            </a:r>
          </a:p>
          <a:p>
            <a:pPr marL="457200" lvl="1" indent="0">
              <a:buNone/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there a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minimum number of robots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required for primitives?</a:t>
            </a:r>
          </a:p>
          <a:p>
            <a:pPr marL="457200" lvl="1" indent="0"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the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these robots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affect the control primitive’s performance?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these methods </a:t>
            </a: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computationally scalable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Are these methods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stable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Do these methods work if sampling is not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How does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imperfect communication 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affect performance between robots?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What if the environment is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dynamic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7200" lvl="1" indent="0">
              <a:buNone/>
            </a:pP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Will the </a:t>
            </a:r>
            <a:r>
              <a:rPr lang="en-US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interaction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between Vector Fields and robot affect the ability to navigate?</a:t>
            </a:r>
          </a:p>
          <a:p>
            <a:pPr marL="0" indent="0">
              <a:buNone/>
            </a:pPr>
            <a:endParaRPr lang="en-US" sz="2800" b="0" i="0" u="none" strike="noStrike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r>
              <a:rPr lang="en-US" sz="28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</a:t>
            </a:r>
            <a:r>
              <a:rPr lang="en-US" sz="2800" b="1" i="0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multirobot systems </a:t>
            </a:r>
            <a:r>
              <a:rPr lang="en-US" sz="28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utilize </a:t>
            </a:r>
            <a:r>
              <a:rPr lang="en-US" sz="2800" b="1" i="0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adaptive navigation </a:t>
            </a:r>
            <a:r>
              <a:rPr lang="en-US" sz="28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techniques for maneuvering within complex and dynamic vector fields to and along regions of interest?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6393D9-0A65-C01F-9D9C-1EDCBA26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6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Architecture used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Tools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Outdoor Test Beds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3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0D4153-29E6-F2B2-9E59-BD2A2BA36BA0}"/>
              </a:ext>
            </a:extLst>
          </p:cNvPr>
          <p:cNvSpPr txBox="1">
            <a:spLocks/>
          </p:cNvSpPr>
          <p:nvPr/>
        </p:nvSpPr>
        <p:spPr>
          <a:xfrm>
            <a:off x="838200" y="1634060"/>
            <a:ext cx="7005320" cy="4722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C. A. Kitts and I. Mas, "Cluster Space Specification and Control of Mobile Multirobot Systems," in IEEE/ASME Transactions on Mechatronics, vol. 14, no. 2, pp. 207-218, April 2009, </a:t>
            </a:r>
            <a:r>
              <a:rPr lang="en-US" sz="14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: 10.1109/TMECH.2009.2013943. [2]</a:t>
            </a: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Considers the n- robot as a single system or cluster.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cluster reference frame is defined as a function of 1 or more robots.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robot positions and orientations are then considered relative to the cluster frame using cluster space variables.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space variables are chosen by operator based on preference. (p=q=</a:t>
            </a:r>
            <a:r>
              <a:rPr lang="x-none" sz="1400" kern="0" spc="-5"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0.854, and beta = 4pi/35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)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Jacobian and Jacobian Inverse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Transforms between robot space variables and cluster space variables are developed geometrically/algorithmically.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B85118-9370-C567-4399-4C6672D78C53}"/>
              </a:ext>
            </a:extLst>
          </p:cNvPr>
          <p:cNvSpPr txBox="1">
            <a:spLocks/>
          </p:cNvSpPr>
          <p:nvPr/>
        </p:nvSpPr>
        <p:spPr>
          <a:xfrm>
            <a:off x="748991" y="397863"/>
            <a:ext cx="10515600" cy="1051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Cluster Space Control Architectures</a:t>
            </a:r>
          </a:p>
        </p:txBody>
      </p:sp>
      <p:pic>
        <p:nvPicPr>
          <p:cNvPr id="10" name="Picture 9" descr="Figure 6. - Configuration of robots in a triangular cluster formation">
            <a:extLst>
              <a:ext uri="{FF2B5EF4-FFF2-40B4-BE49-F238E27FC236}">
                <a16:creationId xmlns:a16="http://schemas.microsoft.com/office/drawing/2014/main" id="{596EB8B4-6242-8EC3-EC09-3B5A4FC3A8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722" y="1936623"/>
            <a:ext cx="2662709" cy="265498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A71289-8979-3209-4A29-2019F33C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Control Block Diagram</a:t>
            </a:r>
          </a:p>
        </p:txBody>
      </p:sp>
      <p:pic>
        <p:nvPicPr>
          <p:cNvPr id="8" name="Picture 7" descr="A diagram of a block diagram&#10;&#10;Description automatically generated">
            <a:extLst>
              <a:ext uri="{FF2B5EF4-FFF2-40B4-BE49-F238E27FC236}">
                <a16:creationId xmlns:a16="http://schemas.microsoft.com/office/drawing/2014/main" id="{CE9FF25E-0CA6-15B1-679F-5654CCB4BF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21"/>
          <a:stretch/>
        </p:blipFill>
        <p:spPr bwMode="auto">
          <a:xfrm>
            <a:off x="1478396" y="1416206"/>
            <a:ext cx="8783169" cy="336766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757AE1-91DB-CFA4-C0DA-EEA0FF74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14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5B29F-615D-43B4-6BA0-8695E1EA8714}"/>
              </a:ext>
            </a:extLst>
          </p:cNvPr>
          <p:cNvSpPr txBox="1"/>
          <p:nvPr/>
        </p:nvSpPr>
        <p:spPr>
          <a:xfrm>
            <a:off x="471796" y="5280029"/>
            <a:ext cx="9196311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Alternate Control Architectures: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control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leader-follower chains, consensus swarms, …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– Reactive particle swarms, Consensus Swarms, Artificial Neural Tissues, …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 Organizing – local rule based, emergent behavior technique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639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Control Block Diagram</a:t>
            </a:r>
          </a:p>
        </p:txBody>
      </p:sp>
      <p:pic>
        <p:nvPicPr>
          <p:cNvPr id="8" name="Picture 7" descr="A diagram of a block diagram&#10;&#10;Description automatically generated">
            <a:extLst>
              <a:ext uri="{FF2B5EF4-FFF2-40B4-BE49-F238E27FC236}">
                <a16:creationId xmlns:a16="http://schemas.microsoft.com/office/drawing/2014/main" id="{CE9FF25E-0CA6-15B1-679F-5654CCB4BF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21"/>
          <a:stretch/>
        </p:blipFill>
        <p:spPr bwMode="auto">
          <a:xfrm>
            <a:off x="1478396" y="1416206"/>
            <a:ext cx="8783169" cy="336766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757AE1-91DB-CFA4-C0DA-EEA0FF74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293BB-9F7F-8168-7825-C710F5DEECF4}"/>
              </a:ext>
            </a:extLst>
          </p:cNvPr>
          <p:cNvSpPr txBox="1"/>
          <p:nvPr/>
        </p:nvSpPr>
        <p:spPr>
          <a:xfrm>
            <a:off x="2810108" y="3627900"/>
            <a:ext cx="1137424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Control Primitive</a:t>
            </a:r>
          </a:p>
          <a:p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0E6AB-6F79-562E-1AF3-3589FC20688F}"/>
              </a:ext>
            </a:extLst>
          </p:cNvPr>
          <p:cNvSpPr txBox="1"/>
          <p:nvPr/>
        </p:nvSpPr>
        <p:spPr>
          <a:xfrm>
            <a:off x="6820195" y="4032150"/>
            <a:ext cx="189569" cy="2308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901EA8-3A6B-963E-657C-0D548E73A44B}"/>
              </a:ext>
            </a:extLst>
          </p:cNvPr>
          <p:cNvSpPr txBox="1"/>
          <p:nvPr/>
        </p:nvSpPr>
        <p:spPr>
          <a:xfrm>
            <a:off x="4048684" y="4062927"/>
            <a:ext cx="177328" cy="20005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700" dirty="0"/>
              <a:t>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A02E8-62EB-561B-EEBB-D760236C935D}"/>
              </a:ext>
            </a:extLst>
          </p:cNvPr>
          <p:cNvSpPr txBox="1"/>
          <p:nvPr/>
        </p:nvSpPr>
        <p:spPr>
          <a:xfrm>
            <a:off x="9150498" y="3860828"/>
            <a:ext cx="189569" cy="2308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1DD1C3-49C4-1D30-5849-03F319F1A8CC}"/>
              </a:ext>
            </a:extLst>
          </p:cNvPr>
          <p:cNvSpPr txBox="1"/>
          <p:nvPr/>
        </p:nvSpPr>
        <p:spPr>
          <a:xfrm>
            <a:off x="3699661" y="3267071"/>
            <a:ext cx="633441" cy="2308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Info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5B29F-615D-43B4-6BA0-8695E1EA8714}"/>
              </a:ext>
            </a:extLst>
          </p:cNvPr>
          <p:cNvSpPr txBox="1"/>
          <p:nvPr/>
        </p:nvSpPr>
        <p:spPr>
          <a:xfrm>
            <a:off x="471796" y="5280029"/>
            <a:ext cx="9196311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Alternate Control Architectures:</a:t>
            </a: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control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leader-follower chains, consensus swarms, </a:t>
            </a:r>
            <a:r>
              <a:rPr lang="en-US" sz="1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– Reactive particle swarms, Consensus Swarms, Artificial Neural Tissues, </a:t>
            </a:r>
            <a:r>
              <a:rPr lang="en-US" sz="1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Self Organizing – local rule based, emergent behavior technique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09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693"/>
            <a:ext cx="10515600" cy="1776219"/>
          </a:xfrm>
        </p:spPr>
        <p:txBody>
          <a:bodyPr>
            <a:normAutofit lnSpcReduction="10000"/>
          </a:bodyPr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work will be done in python using standard libraries 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matplotlib)</a:t>
            </a:r>
          </a:p>
          <a:p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Fields will be modelled using superpositions of curl free and divergence free components.</a:t>
            </a: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 will be abstracted to point readings or point masses for simulations.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consider the robot interactions with the environment, and independent from the environment.</a:t>
            </a:r>
          </a:p>
          <a:p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Shapes and starting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locations of robots will be randomized for testing.</a:t>
            </a: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6BD0-052B-3F67-71D4-C37C2A9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20089FA-821E-7471-C03A-6D832E26E3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9"/>
          <a:stretch/>
        </p:blipFill>
        <p:spPr>
          <a:xfrm>
            <a:off x="3973376" y="3616713"/>
            <a:ext cx="2696038" cy="26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94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Indoor Test Bed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 developed here at SCU that can be used for testing planar multirobot systems in both scalar and vector fields.</a:t>
            </a:r>
          </a:p>
          <a:p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Consists of</a:t>
            </a:r>
          </a:p>
          <a:p>
            <a:pPr lvl="1"/>
            <a:r>
              <a:rPr lang="en-US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Omnibots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which have </a:t>
            </a:r>
            <a:r>
              <a:rPr lang="en-US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omniwheels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and RGB sensor.</a:t>
            </a:r>
          </a:p>
          <a:p>
            <a:pPr lvl="1"/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will happen over TCP/IP</a:t>
            </a:r>
          </a:p>
          <a:p>
            <a:pPr lvl="1"/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computation will be handled offboard on a computer (Windows, using </a:t>
            </a:r>
            <a:r>
              <a:rPr lang="en-US" sz="14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Matlab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/Simulink)</a:t>
            </a:r>
          </a:p>
          <a:p>
            <a:pPr lvl="1"/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Fields will be represented with RGB colors on the ground.</a:t>
            </a:r>
          </a:p>
          <a:p>
            <a:pPr lvl="1"/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Position of robots will be tracked using </a:t>
            </a:r>
            <a:r>
              <a:rPr lang="en-US" sz="1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OptiTrack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422D9-0700-7144-FE1D-C72801F3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59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Outdoor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2151" cy="209960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Kayaks at Elkhorn Slough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F8B3E1-CCB8-9C70-2C10-AC88C8A31371}"/>
              </a:ext>
            </a:extLst>
          </p:cNvPr>
          <p:cNvSpPr txBox="1">
            <a:spLocks/>
          </p:cNvSpPr>
          <p:nvPr/>
        </p:nvSpPr>
        <p:spPr>
          <a:xfrm>
            <a:off x="6332034" y="1717250"/>
            <a:ext cx="4202151" cy="2099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Multirobot drones using anemometers.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0F3AA-CA18-C3C1-A849-80B00E83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0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Areas of Interest Identified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Existing Primitive to find Stagnation Point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Primitive to traverse Separatrix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C58C5-29C2-5496-100D-EDC9A454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FCE908-2D88-BD3C-61FD-AAF084941F0C}"/>
              </a:ext>
            </a:extLst>
          </p:cNvPr>
          <p:cNvSpPr txBox="1">
            <a:spLocks/>
          </p:cNvSpPr>
          <p:nvPr/>
        </p:nvSpPr>
        <p:spPr>
          <a:xfrm>
            <a:off x="235544" y="346968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Introduction</a:t>
            </a:r>
            <a:br>
              <a:rPr lang="en-US" sz="2600" dirty="0"/>
            </a:br>
            <a:r>
              <a:rPr lang="en-US" sz="2600" dirty="0"/>
              <a:t>Problem Statement</a:t>
            </a:r>
            <a:br>
              <a:rPr lang="en-US" sz="2600" dirty="0"/>
            </a:br>
            <a:r>
              <a:rPr lang="en-US" sz="2600" dirty="0"/>
              <a:t>Literature Review</a:t>
            </a:r>
            <a:br>
              <a:rPr lang="en-US" sz="2600" dirty="0"/>
            </a:br>
            <a:r>
              <a:rPr lang="en-US" sz="2600" dirty="0"/>
              <a:t>Methodology</a:t>
            </a:r>
            <a:br>
              <a:rPr lang="en-US" sz="2800" dirty="0"/>
            </a:br>
            <a:r>
              <a:rPr lang="en-US" sz="3600" dirty="0">
                <a:solidFill>
                  <a:srgbClr val="FFFFFF"/>
                </a:solidFill>
              </a:rPr>
              <a:t>Preliminary Results</a:t>
            </a:r>
            <a:br>
              <a:rPr lang="en-US" sz="2800" dirty="0"/>
            </a:br>
            <a:r>
              <a:rPr lang="en-US" sz="2600" dirty="0"/>
              <a:t>Expected Outcomes</a:t>
            </a:r>
            <a:br>
              <a:rPr lang="en-US" sz="2600" dirty="0"/>
            </a:br>
            <a:r>
              <a:rPr lang="en-US" sz="2600" dirty="0"/>
              <a:t>Timeline</a:t>
            </a:r>
            <a:br>
              <a:rPr lang="en-US" sz="2600" dirty="0"/>
            </a:br>
            <a:r>
              <a:rPr lang="en-US" sz="2600" dirty="0"/>
              <a:t>Implication of Findings</a:t>
            </a:r>
            <a:br>
              <a:rPr lang="en-US" sz="2600" dirty="0"/>
            </a:br>
            <a:r>
              <a:rPr lang="en-US" sz="2600" dirty="0"/>
              <a:t>Summary</a:t>
            </a:r>
            <a:br>
              <a:rPr lang="en-US" sz="2600" dirty="0"/>
            </a:br>
            <a:r>
              <a:rPr lang="en-US" sz="26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744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04" y="353974"/>
            <a:ext cx="4341647" cy="1325563"/>
          </a:xfrm>
        </p:spPr>
        <p:txBody>
          <a:bodyPr/>
          <a:lstStyle/>
          <a:p>
            <a:r>
              <a:rPr lang="en-US" dirty="0"/>
              <a:t>Regions of Interest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A1ABE-8684-3E87-086B-ED2CC87BF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133436"/>
              </p:ext>
            </p:extLst>
          </p:nvPr>
        </p:nvGraphicFramePr>
        <p:xfrm>
          <a:off x="5839522" y="353974"/>
          <a:ext cx="5397297" cy="6188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9829">
                  <a:extLst>
                    <a:ext uri="{9D8B030D-6E8A-4147-A177-3AD203B41FA5}">
                      <a16:colId xmlns:a16="http://schemas.microsoft.com/office/drawing/2014/main" val="3728828482"/>
                    </a:ext>
                  </a:extLst>
                </a:gridCol>
                <a:gridCol w="2418825">
                  <a:extLst>
                    <a:ext uri="{9D8B030D-6E8A-4147-A177-3AD203B41FA5}">
                      <a16:colId xmlns:a16="http://schemas.microsoft.com/office/drawing/2014/main" val="4195466678"/>
                    </a:ext>
                  </a:extLst>
                </a:gridCol>
                <a:gridCol w="1858643">
                  <a:extLst>
                    <a:ext uri="{9D8B030D-6E8A-4147-A177-3AD203B41FA5}">
                      <a16:colId xmlns:a16="http://schemas.microsoft.com/office/drawing/2014/main" val="964118279"/>
                    </a:ext>
                  </a:extLst>
                </a:gridCol>
              </a:tblGrid>
              <a:tr h="3618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Region of Interest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How to Model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Importance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636695372"/>
                  </a:ext>
                </a:extLst>
              </a:tr>
              <a:tr h="12831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Extrema points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 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Vortex, Free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Vortex, 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 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4062656120"/>
                  </a:ext>
                </a:extLst>
              </a:tr>
              <a:tr h="11968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 err="1">
                          <a:effectLst/>
                        </a:rPr>
                        <a:t>Equi</a:t>
                      </a:r>
                      <a:r>
                        <a:rPr lang="en-US" sz="1200" kern="0" spc="-5" dirty="0">
                          <a:effectLst/>
                        </a:rPr>
                        <a:t> magnitude Contours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Free Vortex,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Stream, Opposing Vortices,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163261194"/>
                  </a:ext>
                </a:extLst>
              </a:tr>
              <a:tr h="8743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Fastest Flow Stream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Corotating Vortices, Superimposed Linear Streams, 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Dipole,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Rankine Vortex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710953312"/>
                  </a:ext>
                </a:extLst>
              </a:tr>
              <a:tr h="7485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Separatrix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Dipole 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Opposing Streams, Spring in Stream,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931060181"/>
                  </a:ext>
                </a:extLst>
              </a:tr>
              <a:tr h="914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Stagnation Point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Spring in Stream, Opposing Vortices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Vortex in Stream, Opposing Streams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Superimposed Linear Streams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021303176"/>
                  </a:ext>
                </a:extLst>
              </a:tr>
              <a:tr h="6227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Boundary Layers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Blasius equations?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137048647"/>
                  </a:ext>
                </a:extLst>
              </a:tr>
            </a:tbl>
          </a:graphicData>
        </a:graphic>
      </p:graphicFrame>
      <p:pic>
        <p:nvPicPr>
          <p:cNvPr id="7" name="Picture 6" descr="A diagram of a flow chart&#10;&#10;Description automatically generated">
            <a:extLst>
              <a:ext uri="{FF2B5EF4-FFF2-40B4-BE49-F238E27FC236}">
                <a16:creationId xmlns:a16="http://schemas.microsoft.com/office/drawing/2014/main" id="{F8086966-094E-8B9A-5F6B-BC4114F77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39" y="2024372"/>
            <a:ext cx="5036822" cy="349503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2A4D53-17B0-510D-DACF-521B256D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21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Stagnation point</a:t>
            </a:r>
            <a:br>
              <a:rPr lang="en-US" dirty="0"/>
            </a:b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1C1C4-ED41-EB77-57AC-DC7784D9B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165" y="3792922"/>
            <a:ext cx="2607047" cy="2748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9681D2-5E41-56EF-6329-B9D5F256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490" y="874911"/>
            <a:ext cx="2515250" cy="2606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89BB7-EEED-D71F-7B68-319A17E04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889" y="1004972"/>
            <a:ext cx="2452141" cy="1966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CF7A2-CE1E-E4B3-FBC9-F95493FB7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889" y="3977888"/>
            <a:ext cx="2256141" cy="2378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4865A2-A84C-C6E2-6C00-B58E72FF58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31" y="1090096"/>
            <a:ext cx="2607047" cy="27021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E59DA5-0351-1E84-D939-525C723C0D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540" y="4104640"/>
            <a:ext cx="2326823" cy="23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10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Stagnation point located using modified vec2scalar technique.</a:t>
            </a:r>
          </a:p>
        </p:txBody>
      </p:sp>
      <p:pic>
        <p:nvPicPr>
          <p:cNvPr id="6" name="Picture 5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75A203C0-9606-E7A3-86D6-AFCAFB8395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58"/>
          <a:stretch/>
        </p:blipFill>
        <p:spPr>
          <a:xfrm>
            <a:off x="838200" y="2144320"/>
            <a:ext cx="4307236" cy="421203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61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DFAD6-BD40-6144-A04B-3E0FF7CD303D}"/>
              </a:ext>
            </a:extLst>
          </p:cNvPr>
          <p:cNvSpPr txBox="1"/>
          <p:nvPr/>
        </p:nvSpPr>
        <p:spPr>
          <a:xfrm>
            <a:off x="936701" y="1690688"/>
            <a:ext cx="8976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an number of  points are placed along the separatrix, the number of points on either side would be imbalanced.</a:t>
            </a:r>
          </a:p>
          <a:p>
            <a:r>
              <a:rPr lang="en-US" dirty="0"/>
              <a:t>Averaging techniques would favor divergence from separatrix</a:t>
            </a:r>
          </a:p>
          <a:p>
            <a:r>
              <a:rPr lang="en-US" dirty="0"/>
              <a:t>Median technique would produce the same result. </a:t>
            </a:r>
          </a:p>
        </p:txBody>
      </p:sp>
      <p:pic>
        <p:nvPicPr>
          <p:cNvPr id="7" name="Picture 6" descr="A graph of a graph of a line&#10;&#10;Description automatically generated">
            <a:extLst>
              <a:ext uri="{FF2B5EF4-FFF2-40B4-BE49-F238E27FC236}">
                <a16:creationId xmlns:a16="http://schemas.microsoft.com/office/drawing/2014/main" id="{10340016-82FD-5275-ED7F-D0F7B0C1E8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52" t="13555" r="47820" b="47243"/>
          <a:stretch/>
        </p:blipFill>
        <p:spPr>
          <a:xfrm>
            <a:off x="2590800" y="3262188"/>
            <a:ext cx="2834267" cy="302322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34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DFAD6-BD40-6144-A04B-3E0FF7CD303D}"/>
              </a:ext>
            </a:extLst>
          </p:cNvPr>
          <p:cNvSpPr txBox="1"/>
          <p:nvPr/>
        </p:nvSpPr>
        <p:spPr>
          <a:xfrm>
            <a:off x="936701" y="1690688"/>
            <a:ext cx="8976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instantaneous moment: </a:t>
            </a:r>
          </a:p>
          <a:p>
            <a:r>
              <a:rPr lang="en-US" dirty="0"/>
              <a:t>          Get cluster position and pose.</a:t>
            </a:r>
          </a:p>
          <a:p>
            <a:r>
              <a:rPr lang="en-US" dirty="0"/>
              <a:t>          Get vector reading from each of 3 robot (zi).</a:t>
            </a:r>
          </a:p>
          <a:p>
            <a:pPr lvl="1"/>
            <a:r>
              <a:rPr lang="en-US" dirty="0"/>
              <a:t>Calculate the vector sum of each reading </a:t>
            </a:r>
            <a:r>
              <a:rPr lang="en-US" dirty="0" err="1"/>
              <a:t>Zhat</a:t>
            </a:r>
            <a:endParaRPr lang="en-US" dirty="0"/>
          </a:p>
          <a:p>
            <a:pPr lvl="1"/>
            <a:r>
              <a:rPr lang="en-US" dirty="0"/>
              <a:t>Choose the vector that has the highest cosine score with </a:t>
            </a:r>
            <a:r>
              <a:rPr lang="en-US" dirty="0" err="1"/>
              <a:t>Zhat</a:t>
            </a:r>
            <a:r>
              <a:rPr lang="en-US" dirty="0"/>
              <a:t> as </a:t>
            </a:r>
            <a:r>
              <a:rPr lang="en-US" dirty="0" err="1"/>
              <a:t>Zclose</a:t>
            </a:r>
            <a:endParaRPr lang="en-US" dirty="0"/>
          </a:p>
          <a:p>
            <a:pPr lvl="1"/>
            <a:r>
              <a:rPr lang="en-US" dirty="0"/>
              <a:t>Determine Cosine similarity of each robot reading to </a:t>
            </a:r>
            <a:r>
              <a:rPr lang="en-US" dirty="0" err="1"/>
              <a:t>Zclose</a:t>
            </a:r>
            <a:endParaRPr lang="en-US" dirty="0"/>
          </a:p>
          <a:p>
            <a:pPr lvl="1"/>
            <a:r>
              <a:rPr lang="en-US" dirty="0"/>
              <a:t>Select Robot Reading with the lowest cosine similarity score (zi)</a:t>
            </a:r>
          </a:p>
          <a:p>
            <a:pPr lvl="1"/>
            <a:r>
              <a:rPr lang="en-US" dirty="0"/>
              <a:t>Move cluster in the direction robot reading zi,</a:t>
            </a:r>
          </a:p>
        </p:txBody>
      </p:sp>
      <p:pic>
        <p:nvPicPr>
          <p:cNvPr id="7" name="Picture 6" descr="A graph of a graph of a line&#10;&#10;Description automatically generated">
            <a:extLst>
              <a:ext uri="{FF2B5EF4-FFF2-40B4-BE49-F238E27FC236}">
                <a16:creationId xmlns:a16="http://schemas.microsoft.com/office/drawing/2014/main" id="{10340016-82FD-5275-ED7F-D0F7B0C1E8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52" t="13555" r="47820" b="47243"/>
          <a:stretch/>
        </p:blipFill>
        <p:spPr>
          <a:xfrm>
            <a:off x="2922236" y="4027462"/>
            <a:ext cx="2432083" cy="25942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83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4AE5098-22E3-D7CF-981A-F56B08BE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80" y="1527043"/>
            <a:ext cx="4234418" cy="4349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C86EEB-23FF-4DC8-7284-A15F5F669F2D}"/>
              </a:ext>
            </a:extLst>
          </p:cNvPr>
          <p:cNvSpPr txBox="1"/>
          <p:nvPr/>
        </p:nvSpPr>
        <p:spPr>
          <a:xfrm>
            <a:off x="2776655" y="6123543"/>
            <a:ext cx="49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Moving upstream is the same as source seeking.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ABA248-09CF-4096-9FB4-9FCD6380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89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Results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38AE1-E1A0-94BD-3DCA-3CA5F49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236BA9-665D-CEA1-2503-B609FE1AAFE0}"/>
              </a:ext>
            </a:extLst>
          </p:cNvPr>
          <p:cNvSpPr txBox="1">
            <a:spLocks/>
          </p:cNvSpPr>
          <p:nvPr/>
        </p:nvSpPr>
        <p:spPr>
          <a:xfrm>
            <a:off x="235544" y="351550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Introduction</a:t>
            </a:r>
            <a:br>
              <a:rPr lang="en-US" sz="2400" dirty="0"/>
            </a:br>
            <a:r>
              <a:rPr lang="en-US" sz="2400" dirty="0"/>
              <a:t>Problem Statement</a:t>
            </a:r>
            <a:br>
              <a:rPr lang="en-US" sz="2400" dirty="0"/>
            </a:br>
            <a:r>
              <a:rPr lang="en-US" sz="2400" dirty="0"/>
              <a:t>Literature Review</a:t>
            </a:r>
            <a:br>
              <a:rPr lang="en-US" sz="2400" dirty="0"/>
            </a:br>
            <a:r>
              <a:rPr lang="en-US" sz="2400" dirty="0"/>
              <a:t>Methodology</a:t>
            </a:r>
            <a:br>
              <a:rPr lang="en-US" sz="2400" dirty="0"/>
            </a:br>
            <a:r>
              <a:rPr lang="en-US" sz="2400" dirty="0"/>
              <a:t>Preliminary Results</a:t>
            </a:r>
            <a:br>
              <a:rPr lang="en-US" sz="2800" dirty="0"/>
            </a:br>
            <a:r>
              <a:rPr lang="en-US" sz="3200" dirty="0">
                <a:solidFill>
                  <a:srgbClr val="FFFFFF"/>
                </a:solidFill>
              </a:rPr>
              <a:t>Expected Outcomes</a:t>
            </a:r>
            <a:br>
              <a:rPr lang="en-US" sz="2800" dirty="0"/>
            </a:br>
            <a:r>
              <a:rPr lang="en-US" sz="2400" dirty="0"/>
              <a:t>Timeline</a:t>
            </a:r>
            <a:br>
              <a:rPr lang="en-US" sz="2400" dirty="0"/>
            </a:br>
            <a:r>
              <a:rPr lang="en-US" sz="2400" dirty="0"/>
              <a:t>Implication of Findings</a:t>
            </a:r>
            <a:br>
              <a:rPr lang="en-US" sz="2400" dirty="0"/>
            </a:br>
            <a:r>
              <a:rPr lang="en-US" sz="2400" dirty="0"/>
              <a:t>Summary</a:t>
            </a:r>
            <a:br>
              <a:rPr lang="en-US" sz="2400" dirty="0"/>
            </a:br>
            <a:r>
              <a:rPr lang="en-US" sz="24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61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 at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2615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of a Vector Field modelling tool to include features such as boundary layers.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Catalog of Vector Field Features.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Vector Field Primitives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Stability (within certain bounds or in the sense of Lyapunov).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robots.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Robustness to noise.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 shape.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Computational Scalability Analysis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Best Use Cases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verification of 2D cases on indoor test bed.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9DA0-FED6-BEE2-3B99-530FB6D0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94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Challenges and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106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Imperfect communication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between robots – Control architecture is set up to substitute in a decentralized controller.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 time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Reactive methods will be explored first to minimize data storage.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 Collison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A self collision routine may need to be developed.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Environments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Temporal modelling aspect must be developed.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Visualizations </a:t>
            </a: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possible switch to unreal or to unity environments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BC94C-EC4B-FC10-79B4-25C5B078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5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B80ED-AA59-BDA5-298D-395C87A7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FCCFB3-BCC7-C3CE-2B50-B48FCBF1F698}"/>
              </a:ext>
            </a:extLst>
          </p:cNvPr>
          <p:cNvSpPr txBox="1">
            <a:spLocks/>
          </p:cNvSpPr>
          <p:nvPr/>
        </p:nvSpPr>
        <p:spPr>
          <a:xfrm>
            <a:off x="235544" y="404292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688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 – Add boundary layers to simulation tool.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June – Analysis of primitives (computational complexity and stability)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July – Perform test on physical test bed.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August – Analyze effect of additional robots in simulation 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September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tests on physical test bed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October – 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of cluster size and shape in simulation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November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tests on physical test bed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 decentralized control with vector fields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----------------------------------------------------------------------------------------------------------------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 tests on physical test bed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Feb 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 3D Vector Fields and Design and Analysis of Primitives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March – Plan and Design and Outdoor test for vector fields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April – Perform outdoor Test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May – Thesis Writing and Defending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June – Hand-off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C862-7104-51B2-B1DD-F8E690CA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59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08FCC-A721-9BB8-0FE3-6A530D25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BD8D10-6A3A-D3FB-10B4-C9DD4217E240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Implications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2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Findings / Potential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Primitive forms can be implemented in real life in a cross sectoral applications such as: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Making delivery drones more efficient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offshore exploration in our oceans and streams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Unsupervised off-planet exploration.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modular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aspect of this design means that these findings can be easily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incorporated into existing controllers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an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ethical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way to navigate without retaining sensitive information.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insights into 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Navigation in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Scalar Fields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ACD-CB39-2C64-2A7E-E64F4F79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04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Current Efforts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2D822-F8B4-6ED1-AFA2-EBE83F43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9806E8-E9D3-2F01-8387-40A41065B70B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882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in multirobot navigation of Vector Fields is in its infancy, with a few primitives found and extrema seeking being done.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0" i="0" u="none" strike="noStrike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 effectively can multirobot systems utilize adaptive navigation techniques for maneuvering within complex and dynamic vector fields to and along regions of interest?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research will extend the work of multirobot in vector fields by: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methodological way of modelling vector 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fields for multirobot research.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catalogue of </a:t>
            </a:r>
            <a:r>
              <a:rPr lang="en-U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regions of interest</a:t>
            </a: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within vector fields.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control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primitives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vector fields..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success off these primitives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simulation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 physical test bed</a:t>
            </a:r>
            <a:r>
              <a:rPr lang="en-US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can be implemented in existing controller architecture, and is applicable in sea, sky, and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DB0B-9BD4-FE92-85F3-1766FC6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07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236" y="5393184"/>
            <a:ext cx="2596237" cy="811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and Answers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F5524-D15D-9DBC-C416-1A3DC1CC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67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631AE-96BA-4852-9C0D-399E95F4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04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Primitive - Vector Sum Technique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1A54B-76F9-D717-E6F7-956994262F4D}"/>
              </a:ext>
            </a:extLst>
          </p:cNvPr>
          <p:cNvSpPr txBox="1"/>
          <p:nvPr/>
        </p:nvSpPr>
        <p:spPr>
          <a:xfrm>
            <a:off x="986882" y="1875961"/>
            <a:ext cx="51091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Sum Technique:</a:t>
            </a:r>
          </a:p>
          <a:p>
            <a:endParaRPr lang="en-US" dirty="0"/>
          </a:p>
          <a:p>
            <a:r>
              <a:rPr lang="en-US" dirty="0"/>
              <a:t>For each instantaneous moment:</a:t>
            </a:r>
          </a:p>
          <a:p>
            <a:r>
              <a:rPr lang="en-US" dirty="0"/>
              <a:t>          Get cluster position and pose variables</a:t>
            </a:r>
          </a:p>
          <a:p>
            <a:r>
              <a:rPr lang="en-US" dirty="0"/>
              <a:t>          For each  of 3 robots:</a:t>
            </a:r>
          </a:p>
          <a:p>
            <a:r>
              <a:rPr lang="en-US" dirty="0"/>
              <a:t>	Get vector reading from each robot (zi)</a:t>
            </a:r>
          </a:p>
          <a:p>
            <a:pPr lvl="1"/>
            <a:r>
              <a:rPr lang="en-US" dirty="0"/>
              <a:t>Compute vector Z = sum( Z)</a:t>
            </a:r>
          </a:p>
          <a:p>
            <a:pPr lvl="1"/>
            <a:r>
              <a:rPr lang="en-US" sz="1800" dirty="0"/>
              <a:t>Move Cluster in direction of Z</a:t>
            </a:r>
          </a:p>
          <a:p>
            <a:pPr lvl="1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CA5C-08D9-137D-AB0D-A3BA56BBCC25}"/>
              </a:ext>
            </a:extLst>
          </p:cNvPr>
          <p:cNvSpPr txBox="1"/>
          <p:nvPr/>
        </p:nvSpPr>
        <p:spPr>
          <a:xfrm>
            <a:off x="585691" y="5276838"/>
            <a:ext cx="8977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this technique still only involves moving in the direction of Z, it offers nothing new.</a:t>
            </a:r>
          </a:p>
          <a:p>
            <a:r>
              <a:rPr lang="en-US" dirty="0"/>
              <a:t>Can the magnitude of the z vector be used to determine step size or as a feedback gain?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FAA291-DB0F-3C07-2567-38E0AAE8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37</a:t>
            </a:fld>
            <a:endParaRPr lang="en-US"/>
          </a:p>
        </p:txBody>
      </p:sp>
      <p:pic>
        <p:nvPicPr>
          <p:cNvPr id="15" name="Picture 1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213CC44-52E8-2DD4-D115-4577C0ABC0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89"/>
          <a:stretch/>
        </p:blipFill>
        <p:spPr>
          <a:xfrm>
            <a:off x="7681775" y="1589903"/>
            <a:ext cx="3464019" cy="339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581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Primitive - Intersecting Vectors Technique</a:t>
            </a:r>
          </a:p>
        </p:txBody>
      </p:sp>
      <p:pic>
        <p:nvPicPr>
          <p:cNvPr id="6" name="Picture 5" descr="A graph with red and blue arrows&#10;&#10;Description automatically generated">
            <a:extLst>
              <a:ext uri="{FF2B5EF4-FFF2-40B4-BE49-F238E27FC236}">
                <a16:creationId xmlns:a16="http://schemas.microsoft.com/office/drawing/2014/main" id="{FF3D5D4C-7E58-3C3B-2824-05644483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88" y="2059057"/>
            <a:ext cx="3767076" cy="4096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8E1414-9214-8F5A-947B-7EBA8FBF8B14}"/>
              </a:ext>
            </a:extLst>
          </p:cNvPr>
          <p:cNvSpPr txBox="1"/>
          <p:nvPr/>
        </p:nvSpPr>
        <p:spPr>
          <a:xfrm>
            <a:off x="5531004" y="2059057"/>
            <a:ext cx="62223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instantaneous moment:</a:t>
            </a:r>
          </a:p>
          <a:p>
            <a:r>
              <a:rPr lang="en-US" dirty="0"/>
              <a:t>          Get vector reading from each robot</a:t>
            </a:r>
          </a:p>
          <a:p>
            <a:pPr lvl="1"/>
            <a:r>
              <a:rPr lang="en-US" dirty="0"/>
              <a:t>For each pair of vector readings:</a:t>
            </a:r>
          </a:p>
          <a:p>
            <a:pPr lvl="1"/>
            <a:r>
              <a:rPr lang="en-US" dirty="0"/>
              <a:t>	Compute point, Pi, of intersection of both vectors.</a:t>
            </a:r>
          </a:p>
          <a:p>
            <a:pPr lvl="1"/>
            <a:r>
              <a:rPr lang="en-US" dirty="0"/>
              <a:t>	Append Pi to P </a:t>
            </a:r>
          </a:p>
          <a:p>
            <a:pPr lvl="1"/>
            <a:r>
              <a:rPr lang="en-US" dirty="0"/>
              <a:t>Calculate Phat =average (P) </a:t>
            </a:r>
          </a:p>
          <a:p>
            <a:pPr lvl="1"/>
            <a:r>
              <a:rPr lang="en-US" dirty="0"/>
              <a:t># Direction of Phat guides direction of cluster direction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Calculate </a:t>
            </a:r>
            <a:r>
              <a:rPr lang="en-US" dirty="0" err="1"/>
              <a:t>Pvar</a:t>
            </a:r>
            <a:r>
              <a:rPr lang="en-US" dirty="0"/>
              <a:t> = variance(P)</a:t>
            </a:r>
          </a:p>
          <a:p>
            <a:pPr lvl="1"/>
            <a:r>
              <a:rPr lang="en-US" dirty="0"/>
              <a:t>Calculate Vector from from Robot Cluster to Phat</a:t>
            </a:r>
          </a:p>
          <a:p>
            <a:pPr lvl="1"/>
            <a:r>
              <a:rPr lang="en-US" dirty="0"/>
              <a:t>Choose hyperparameters W1 and W2</a:t>
            </a:r>
          </a:p>
          <a:p>
            <a:pPr lvl="1"/>
            <a:r>
              <a:rPr lang="en-US" dirty="0" err="1"/>
              <a:t>Step_size</a:t>
            </a:r>
            <a:r>
              <a:rPr lang="en-US" dirty="0"/>
              <a:t> = W1*||Phat|| + W2/var(P)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B5F80-FF43-1F3C-48B6-1E60B9DF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22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381"/>
            <a:ext cx="10515600" cy="4351338"/>
          </a:xfrm>
        </p:spPr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Adamek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Thomas, Christopher A. Kitts, and Ignacio Mas. "Gradient-based cluster space navigation for autonomous surface vessels."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20.2 (2014): 506-518.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/>
              </a:rPr>
              <a:t>[2]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C. A. Kitts and I. Mas, "Cluster Space Specification and Control of Mobile Multirobot Systems," in IEEE/ASME Transactions on Mechatronics, vol. 14, no. 2, pp. 207-218, April 2009,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10.1109/TMECH.2009.2013943.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4"/>
              </a:rPr>
              <a:t>[3]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I. Mas, S. Li, J.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Acain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and C. A. Kitts, “Entrapment/escorting and patrolling missions in multi-robot cluster space control,” in Proc. IEEE/RSJ Int. Conf.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Intell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Robots Syst., St. Louis, MO, USA, Oct. 2009, pp. 5855– 5861.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5"/>
              </a:rPr>
              <a:t>[4]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M. Woolsey, C. A. Kitts and M. A. Neumann, "Gradient-based Adaptive Navigation of Multiple Diving Autonomous Surface Vehicles,"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2022, Hampton Roads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Hampton Roads, VA, USA, 2022, pp. 1-8,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10.1109/OCEANS47191.2022.9977006.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C. A. Kitts and M.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Egerstedt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“Design, control, and applications of real world multirobot systems [from the Guest Editors],” IEEE Robot.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Autom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Mag., vol. 15, no. 1, p. 8, Mar. 2008.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/>
              </a:rPr>
              <a:t>[6]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Lee, Robert K., et al. "3-d adaptive navigation: Multirobot formation control for seeking and tracking of a moving source."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2020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/>
              </a:rPr>
              <a:t>[7]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S. T. Hart and C. A. Kitts, "Unifying Control Architecture for Reactive Particle Swarms," in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vol. 28, no. 2, pp. 873-883, April 2023,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10.1109/TMECH.2022.3211155.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Hart, Shae T., Jake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Kamenetsky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Christopher A. Kitts. "Dynamic Elliptical Shaping Control for Swarm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EEE Access 11 (2023): 17454-17470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McDonald, Robert T., et al. "Navigation of scalar fronts with multirobot clusters in simulation and experiment."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Systems Journal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14.3 (2020): 3755-3766.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[10]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C. A. Kitts, R. T. McDonald, and M. A. Neumann, “Adaptive navigation control primitives for multirobot clusters: Extrema finding, contour following, ridge/trench following, and saddle point station keeping,” IEEE Access, vol. 6, pp. 17 625–17 642, 2018.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[11]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Trakas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Panagiotis S., Andreas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Tantoulas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Charalampos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Bechlioulis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"Formation Control of Nonlinear Multi-Agent Systems with Nested Input Saturation."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Applied Sciences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14.1 (2023): 213.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[12]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"Non-Gradient Based Tracking of Environmental Field Isolines in a Changing Medium by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Dubins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-Vehicle Type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4"/>
              </a:rPr>
              <a:t>[13]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Cooper, Ryan, et al. "Initial Study of Multirobot Adaptive Navigation for Exploring Environmental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2019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[14]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Mas, Ignacio, and Christopher Kitts. "Quaternions and dual quaternions: Singularity-free multirobot formation control."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Intelligent &amp; Robotic Systems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87 (2017): 643-660.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6"/>
              </a:rPr>
              <a:t>[15]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Wang, J., Guo, Y., Fahad, M., and Bingham, B., 2019, “Dynamic Plume Tracking by Cooperative Robots,” IEEE/ASME Transactions on Mechatronics, early access.</a:t>
            </a: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[16]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Braquet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Martin,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Efstathios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Bakolas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"Vector field-based collision avoidance for moving obstacles with time-varying elliptical shape."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55.37 (2022): 587-592.</a:t>
            </a:r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E1402-6137-59C0-868D-CBDD2295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6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[17]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Liddy, Tommie, et al. "Obstacle avoidance using complex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Proc. of the 2008 Australasian Conference on Robotics and Automation, Canberra, Australia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2008. 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3"/>
              </a:rPr>
              <a:t>[18]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Nelson, Derek R., et al. "Vector field path following for miniature air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23.3 (2007): 519-529.</a:t>
            </a:r>
          </a:p>
          <a:p>
            <a:pPr algn="just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/>
              </a:rPr>
              <a:t>[19]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Hu, Bin-Bin, et al. "Spontaneous-Ordering Platoon Control for Multirobot Path Navigation Using Guiding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/>
              </a:rPr>
              <a:t>[20]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Garg, Kunal, and Dimitra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Panagou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"Finite-time estimation and control for multi-aircraft systems under wind and dynamic obstacles."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Guidance, Control, and Dynamics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42.7 (2019): 1489-1505.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[21]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Yao,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Weijia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"Singularity-free guiding vector field for robot navigation."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37.4 (2021): 1206-1221.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7"/>
              </a:rPr>
              <a:t>[22]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Rajabhandharaks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Danop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"Indoor Testbed for Vector Field Multirobot Adaptive Navigation: Feasibility Study."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International Design Engineering Technical Conferences and Computers and Information in Engineering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59292. American Society of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Mecha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nical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Engineers,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8"/>
              </a:rPr>
              <a:t>[23]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"Gradient-free tracking of unsteady environmental level sets in dynamic environments by a nonholonomic robot."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53.2 (2020): 9256-9261.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[24]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R. K. Lee, C. A. Kitts, M. A. Neumann and R. 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Mcdonald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"Multiple UAV Adaptive Navigation for Three-Dimensional Scalar Fields," in IEEE Access, vol. 9, pp. 122626-122654, 2021,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10.1109/ACCESS.2021.3107854.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[25]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Thangavelautham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Jekan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Yinan Xu. "Co-Evolution of Multi-Robot Controllers and Task Cues for Off-World Open Pit Mining."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arXiv:2009.09149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(2020).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[26]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Kalita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Himangshu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"Guidance, navigation and control of multirobot systems in cooperative cliff climbing."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arXiv:1701.07553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(2017).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[27]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Bychkov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I. V., A. A.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Tolstikhin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S. A. Ulyanov. "A lobster-inspired multi-robot control strategy for monitoring non-stationary concentration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Physics: Conference Series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2099. No. 1. IOP Publishing, 2021.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[28]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Li, Shuai,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Ruofan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Kong, and Yi Guo. "Cooperative distributed source seeking by multiple robots: Algorithms and experiments."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19.6 (2014): 1810-1820.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4"/>
              </a:rPr>
              <a:t>[29]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Gonçalves, Vinicius Mariano, Ryan McLaughlin, and Guilherme AS Pereira. "Precise landing of autonomous aerial vehicles using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Robotics and Automation Letters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5.3 (2020): 4337-4344.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[30]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Woolsey, Max, Michael A. Neumann, and Christopher A. Kitts. "Spiral Search Pattern for Scalable Assemblages of Uncrewed Surface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2023-MTS/IEEE US Gulf Coast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6"/>
              </a:rPr>
              <a:t>[31]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Hoy, Michael, Alexey S.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Andrey V.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Savkin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"Algorithms for collision-free navigation of mobile robots in complex cluttered environments: a survey."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Robotica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33.3 (2015): 463-497.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[32]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Ogren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Petter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Edward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Fiorelli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Naomi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Ehrich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Leonard. "Cooperative control of mobile sensor networks: Adaptive gradient climbing in a distributed environment."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49.8 (2004): 1292-1302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8"/>
              </a:rPr>
              <a:t>[33]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Bhatia, Harsh, et al. "The Helmholtz-Hodge decomposition—a survey."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visualization and computer graphics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19.8 (2012): 1386-1404.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38698-BB16-5AE8-78FC-379D7799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21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16111</TotalTime>
  <Words>4115</Words>
  <Application>Microsoft Macintosh PowerPoint</Application>
  <PresentationFormat>Widescreen</PresentationFormat>
  <Paragraphs>403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Cambria Math</vt:lpstr>
      <vt:lpstr>Söhne</vt:lpstr>
      <vt:lpstr>Office Theme</vt:lpstr>
      <vt:lpstr>Adaptive Navigation of  Multi-Robot Systems in  Vector Fields</vt:lpstr>
      <vt:lpstr>Agenda</vt:lpstr>
      <vt:lpstr>Introduction Problem Statement Literature Review Methodology Preliminary Results Expected Outcomes Timeline Implication of Findings Summary Question and Answers </vt:lpstr>
      <vt:lpstr>Introduction</vt:lpstr>
      <vt:lpstr>PowerPoint Presentation</vt:lpstr>
      <vt:lpstr>How effectively can multirobot systems utilize adaptive navigation techniques for maneuvering within complex and dynamic vector fields to and along regions of interest?</vt:lpstr>
      <vt:lpstr>Introduction Problem Statement Literature Review Methodology Preliminary Results Expected Outcomes Timeline Implication of Findings Summary Question and Answers </vt:lpstr>
      <vt:lpstr>Adaptive Navigation Techniques</vt:lpstr>
      <vt:lpstr>Adaptive Navigation in Scalar Fields</vt:lpstr>
      <vt:lpstr>Adaptive Navigation in Vector Fields</vt:lpstr>
      <vt:lpstr>AN Control Primitives</vt:lpstr>
      <vt:lpstr>Open Questions</vt:lpstr>
      <vt:lpstr>PowerPoint Presentation</vt:lpstr>
      <vt:lpstr>PowerPoint Presentation</vt:lpstr>
      <vt:lpstr>Control Block Diagram</vt:lpstr>
      <vt:lpstr>Control Block Diagram</vt:lpstr>
      <vt:lpstr>Simulation</vt:lpstr>
      <vt:lpstr>Indoor Test Bed</vt:lpstr>
      <vt:lpstr>Potential Outdoor Tests</vt:lpstr>
      <vt:lpstr>PowerPoint Presentation</vt:lpstr>
      <vt:lpstr>Regions of Interest</vt:lpstr>
      <vt:lpstr>Stagnation point </vt:lpstr>
      <vt:lpstr>Stagnation point located using modified vec2scalar technique.</vt:lpstr>
      <vt:lpstr>Separatrix Riding Technique</vt:lpstr>
      <vt:lpstr>Separatrix Riding Technique</vt:lpstr>
      <vt:lpstr>Separatrix Riding Technique</vt:lpstr>
      <vt:lpstr>PowerPoint Presentation</vt:lpstr>
      <vt:lpstr>Expected Results at Completion</vt:lpstr>
      <vt:lpstr>Expected Challenges and Mitigations</vt:lpstr>
      <vt:lpstr>PowerPoint Presentation</vt:lpstr>
      <vt:lpstr>Next Steps</vt:lpstr>
      <vt:lpstr>PowerPoint Presentation</vt:lpstr>
      <vt:lpstr>Implications of Findings / Potential Next Steps</vt:lpstr>
      <vt:lpstr>PowerPoint Presentation</vt:lpstr>
      <vt:lpstr>Summary</vt:lpstr>
      <vt:lpstr>Thank you</vt:lpstr>
      <vt:lpstr>Appendix</vt:lpstr>
      <vt:lpstr>AN Primitive - Vector Sum Technique</vt:lpstr>
      <vt:lpstr>AN Primitive - Intersecting Vectors Technique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Navigation of Vector Fields using Multi-Robot Systems</dc:title>
  <dc:creator>Christopher Waight</dc:creator>
  <cp:lastModifiedBy>Christopher Waight</cp:lastModifiedBy>
  <cp:revision>7</cp:revision>
  <dcterms:created xsi:type="dcterms:W3CDTF">2024-04-22T20:59:23Z</dcterms:created>
  <dcterms:modified xsi:type="dcterms:W3CDTF">2024-05-10T17:00:29Z</dcterms:modified>
</cp:coreProperties>
</file>