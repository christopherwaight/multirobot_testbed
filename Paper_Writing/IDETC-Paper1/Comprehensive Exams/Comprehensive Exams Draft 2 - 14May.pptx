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315" r:id="rId4"/>
    <p:sldId id="268" r:id="rId5"/>
    <p:sldId id="294" r:id="rId6"/>
    <p:sldId id="463" r:id="rId7"/>
    <p:sldId id="314" r:id="rId8"/>
    <p:sldId id="267" r:id="rId9"/>
    <p:sldId id="316" r:id="rId10"/>
    <p:sldId id="313" r:id="rId11"/>
    <p:sldId id="312" r:id="rId12"/>
    <p:sldId id="308" r:id="rId13"/>
    <p:sldId id="269" r:id="rId14"/>
    <p:sldId id="309" r:id="rId15"/>
    <p:sldId id="293" r:id="rId16"/>
    <p:sldId id="284" r:id="rId17"/>
    <p:sldId id="259" r:id="rId18"/>
    <p:sldId id="285" r:id="rId19"/>
    <p:sldId id="265" r:id="rId20"/>
    <p:sldId id="310" r:id="rId21"/>
    <p:sldId id="263" r:id="rId22"/>
    <p:sldId id="287" r:id="rId23"/>
    <p:sldId id="276" r:id="rId24"/>
    <p:sldId id="306" r:id="rId25"/>
    <p:sldId id="279" r:id="rId26"/>
    <p:sldId id="317" r:id="rId27"/>
    <p:sldId id="288" r:id="rId28"/>
    <p:sldId id="278" r:id="rId29"/>
    <p:sldId id="307" r:id="rId30"/>
    <p:sldId id="300" r:id="rId31"/>
    <p:sldId id="277" r:id="rId32"/>
    <p:sldId id="302" r:id="rId33"/>
    <p:sldId id="301" r:id="rId34"/>
    <p:sldId id="264" r:id="rId35"/>
    <p:sldId id="303" r:id="rId36"/>
    <p:sldId id="272" r:id="rId37"/>
    <p:sldId id="304" r:id="rId38"/>
    <p:sldId id="273" r:id="rId39"/>
    <p:sldId id="290" r:id="rId40"/>
    <p:sldId id="295" r:id="rId41"/>
    <p:sldId id="274" r:id="rId42"/>
    <p:sldId id="292" r:id="rId43"/>
    <p:sldId id="296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9"/>
    <p:restoredTop sz="94829"/>
  </p:normalViewPr>
  <p:slideViewPr>
    <p:cSldViewPr snapToGrid="0">
      <p:cViewPr varScale="1">
        <p:scale>
          <a:sx n="152" d="100"/>
          <a:sy n="152" d="100"/>
        </p:scale>
        <p:origin x="3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D37A0C-6D1F-F242-9391-01EE04F93545}" type="doc">
      <dgm:prSet loTypeId="urn:microsoft.com/office/officeart/2005/8/layout/hierarchy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4FF16B-6E06-5E43-94F7-FAD4C4AA9D74}">
      <dgm:prSet phldrT="[Text]" custT="1"/>
      <dgm:spPr/>
      <dgm:t>
        <a:bodyPr/>
        <a:lstStyle/>
        <a:p>
          <a:r>
            <a:rPr lang="en-US" sz="1100" dirty="0"/>
            <a:t>Robotics</a:t>
          </a:r>
        </a:p>
      </dgm:t>
    </dgm:pt>
    <dgm:pt modelId="{B9EB85DB-26C6-0D42-B86D-580952D03D65}" type="sibTrans" cxnId="{D24E33C5-4744-FC4F-B910-401CD2212CCC}">
      <dgm:prSet/>
      <dgm:spPr/>
      <dgm:t>
        <a:bodyPr/>
        <a:lstStyle/>
        <a:p>
          <a:endParaRPr lang="en-US"/>
        </a:p>
      </dgm:t>
    </dgm:pt>
    <dgm:pt modelId="{4B904D77-D2B9-1E4F-A5EF-A3DE762E39C9}" type="parTrans" cxnId="{D24E33C5-4744-FC4F-B910-401CD2212CCC}">
      <dgm:prSet/>
      <dgm:spPr/>
      <dgm:t>
        <a:bodyPr/>
        <a:lstStyle/>
        <a:p>
          <a:endParaRPr lang="en-US"/>
        </a:p>
      </dgm:t>
    </dgm:pt>
    <dgm:pt modelId="{3E232816-6BDE-CC4A-811C-07925A7F75E2}">
      <dgm:prSet phldrT="[Text]" custT="1"/>
      <dgm:spPr/>
      <dgm:t>
        <a:bodyPr/>
        <a:lstStyle/>
        <a:p>
          <a:r>
            <a:rPr lang="en-US" sz="1100" dirty="0"/>
            <a:t>Autonomous (Adaptive)</a:t>
          </a:r>
        </a:p>
      </dgm:t>
    </dgm:pt>
    <dgm:pt modelId="{CF3BBCEB-403F-F04C-9CE8-34DD802F632F}" type="sibTrans" cxnId="{D699DF21-0025-7548-94EE-C9F43670955A}">
      <dgm:prSet/>
      <dgm:spPr/>
      <dgm:t>
        <a:bodyPr/>
        <a:lstStyle/>
        <a:p>
          <a:endParaRPr lang="en-US"/>
        </a:p>
      </dgm:t>
    </dgm:pt>
    <dgm:pt modelId="{4AD643B3-19C8-E641-AE75-8A4348AA42B8}" type="parTrans" cxnId="{D699DF21-0025-7548-94EE-C9F43670955A}">
      <dgm:prSet/>
      <dgm:spPr/>
      <dgm:t>
        <a:bodyPr/>
        <a:lstStyle/>
        <a:p>
          <a:endParaRPr lang="en-US" sz="1100"/>
        </a:p>
      </dgm:t>
    </dgm:pt>
    <dgm:pt modelId="{7FDE47B8-22DE-034B-A859-472CAD0F2163}">
      <dgm:prSet phldrT="[Text]" custT="1"/>
      <dgm:spPr/>
      <dgm:t>
        <a:bodyPr/>
        <a:lstStyle/>
        <a:p>
          <a:r>
            <a:rPr lang="en-US" sz="1100" dirty="0"/>
            <a:t>Single Robot Systems</a:t>
          </a:r>
        </a:p>
      </dgm:t>
    </dgm:pt>
    <dgm:pt modelId="{207922ED-7452-5142-9D32-343FFE2C3FAA}" type="sibTrans" cxnId="{1202BA0A-5B86-AA4A-9ACB-1EA0116C4EE3}">
      <dgm:prSet/>
      <dgm:spPr/>
      <dgm:t>
        <a:bodyPr/>
        <a:lstStyle/>
        <a:p>
          <a:endParaRPr lang="en-US"/>
        </a:p>
      </dgm:t>
    </dgm:pt>
    <dgm:pt modelId="{E72A5E34-B9E2-1E44-ABE0-DFE7C0AC5125}" type="parTrans" cxnId="{1202BA0A-5B86-AA4A-9ACB-1EA0116C4EE3}">
      <dgm:prSet/>
      <dgm:spPr/>
      <dgm:t>
        <a:bodyPr/>
        <a:lstStyle/>
        <a:p>
          <a:endParaRPr lang="en-US" sz="1100"/>
        </a:p>
      </dgm:t>
    </dgm:pt>
    <dgm:pt modelId="{CD0CDCC8-E0A1-2A49-B8BB-8C0AA4883921}">
      <dgm:prSet phldrT="[Text]" custT="1"/>
      <dgm:spPr/>
      <dgm:t>
        <a:bodyPr/>
        <a:lstStyle/>
        <a:p>
          <a:r>
            <a:rPr lang="en-US" sz="1100" dirty="0"/>
            <a:t>Multi-Robot Systems</a:t>
          </a:r>
        </a:p>
      </dgm:t>
    </dgm:pt>
    <dgm:pt modelId="{868591D5-5044-B946-9890-5B092AA10A1D}" type="sibTrans" cxnId="{2D53057F-74E4-C64F-BE07-D90E523A208B}">
      <dgm:prSet/>
      <dgm:spPr/>
      <dgm:t>
        <a:bodyPr/>
        <a:lstStyle/>
        <a:p>
          <a:endParaRPr lang="en-US"/>
        </a:p>
      </dgm:t>
    </dgm:pt>
    <dgm:pt modelId="{DF1E8C31-261F-984A-9218-DE7C0386AD47}" type="parTrans" cxnId="{2D53057F-74E4-C64F-BE07-D90E523A208B}">
      <dgm:prSet/>
      <dgm:spPr/>
      <dgm:t>
        <a:bodyPr/>
        <a:lstStyle/>
        <a:p>
          <a:endParaRPr lang="en-US" sz="1100"/>
        </a:p>
      </dgm:t>
    </dgm:pt>
    <dgm:pt modelId="{E49EB0BB-4386-A840-AF6E-43AC7ABD267A}">
      <dgm:prSet phldrT="[Text]" custT="1"/>
      <dgm:spPr/>
      <dgm:t>
        <a:bodyPr/>
        <a:lstStyle/>
        <a:p>
          <a:r>
            <a:rPr lang="en-US" sz="1100" dirty="0"/>
            <a:t>Adversarial</a:t>
          </a:r>
        </a:p>
      </dgm:t>
    </dgm:pt>
    <dgm:pt modelId="{A5F4C2A0-4502-AF47-A1A9-3F2F99A67C9B}" type="sibTrans" cxnId="{A361C502-C9D2-8B42-AEB8-F912C91F901A}">
      <dgm:prSet/>
      <dgm:spPr/>
      <dgm:t>
        <a:bodyPr/>
        <a:lstStyle/>
        <a:p>
          <a:endParaRPr lang="en-US"/>
        </a:p>
      </dgm:t>
    </dgm:pt>
    <dgm:pt modelId="{A4BEF84D-E9A2-724D-B51C-1152EC505F17}" type="parTrans" cxnId="{A361C502-C9D2-8B42-AEB8-F912C91F901A}">
      <dgm:prSet/>
      <dgm:spPr/>
      <dgm:t>
        <a:bodyPr/>
        <a:lstStyle/>
        <a:p>
          <a:endParaRPr lang="en-US" sz="1100"/>
        </a:p>
      </dgm:t>
    </dgm:pt>
    <dgm:pt modelId="{3500A8AB-BFB9-CE40-983D-21EA348A24D7}">
      <dgm:prSet phldrT="[Text]" custT="1"/>
      <dgm:spPr/>
      <dgm:t>
        <a:bodyPr/>
        <a:lstStyle/>
        <a:p>
          <a:r>
            <a:rPr lang="en-US" sz="1100" dirty="0"/>
            <a:t>Collaborative</a:t>
          </a:r>
        </a:p>
      </dgm:t>
    </dgm:pt>
    <dgm:pt modelId="{198D3458-3357-AE41-A424-0728785A6E79}" type="sibTrans" cxnId="{76D39FC5-657E-644D-B1F2-296ADD081A23}">
      <dgm:prSet/>
      <dgm:spPr/>
      <dgm:t>
        <a:bodyPr/>
        <a:lstStyle/>
        <a:p>
          <a:endParaRPr lang="en-US"/>
        </a:p>
      </dgm:t>
    </dgm:pt>
    <dgm:pt modelId="{688C228F-BD87-3945-86EB-126BC61041D7}" type="parTrans" cxnId="{76D39FC5-657E-644D-B1F2-296ADD081A23}">
      <dgm:prSet/>
      <dgm:spPr/>
      <dgm:t>
        <a:bodyPr/>
        <a:lstStyle/>
        <a:p>
          <a:endParaRPr lang="en-US" sz="1100"/>
        </a:p>
      </dgm:t>
    </dgm:pt>
    <dgm:pt modelId="{01920263-A4C7-984B-A31D-DA4AC1FBC154}">
      <dgm:prSet phldrT="[Text]" custT="1"/>
      <dgm:spPr/>
      <dgm:t>
        <a:bodyPr/>
        <a:lstStyle/>
        <a:p>
          <a:r>
            <a:rPr lang="en-US" sz="1100" dirty="0"/>
            <a:t>Human Controlled</a:t>
          </a:r>
        </a:p>
      </dgm:t>
    </dgm:pt>
    <dgm:pt modelId="{CC5675D5-5F2A-3840-9793-47B3DE25CE2F}" type="sibTrans" cxnId="{129BC9A0-BBFB-364B-A4BE-CCA9C1E4C536}">
      <dgm:prSet/>
      <dgm:spPr/>
      <dgm:t>
        <a:bodyPr/>
        <a:lstStyle/>
        <a:p>
          <a:endParaRPr lang="en-US"/>
        </a:p>
      </dgm:t>
    </dgm:pt>
    <dgm:pt modelId="{AEFB807A-2C9C-6340-8C53-C96335772AB7}" type="parTrans" cxnId="{129BC9A0-BBFB-364B-A4BE-CCA9C1E4C536}">
      <dgm:prSet/>
      <dgm:spPr/>
      <dgm:t>
        <a:bodyPr/>
        <a:lstStyle/>
        <a:p>
          <a:endParaRPr lang="en-US" sz="1100"/>
        </a:p>
      </dgm:t>
    </dgm:pt>
    <dgm:pt modelId="{BC5C454B-F951-C54A-AA89-F893EF002E75}">
      <dgm:prSet phldrT="[Text]" custT="1"/>
      <dgm:spPr/>
      <dgm:t>
        <a:bodyPr/>
        <a:lstStyle/>
        <a:p>
          <a:r>
            <a:rPr lang="en-US" sz="1100" dirty="0"/>
            <a:t>Human in the Loop</a:t>
          </a:r>
        </a:p>
      </dgm:t>
    </dgm:pt>
    <dgm:pt modelId="{A7285A28-30D9-1945-9628-BEF775D04C9C}" type="sibTrans" cxnId="{4A9936C6-61EB-D54E-8C0A-0778CAA58EDE}">
      <dgm:prSet/>
      <dgm:spPr/>
      <dgm:t>
        <a:bodyPr/>
        <a:lstStyle/>
        <a:p>
          <a:endParaRPr lang="en-US"/>
        </a:p>
      </dgm:t>
    </dgm:pt>
    <dgm:pt modelId="{3DA92C5C-5F5B-3D42-8012-0921A97EAE38}" type="parTrans" cxnId="{4A9936C6-61EB-D54E-8C0A-0778CAA58EDE}">
      <dgm:prSet/>
      <dgm:spPr/>
      <dgm:t>
        <a:bodyPr/>
        <a:lstStyle/>
        <a:p>
          <a:endParaRPr lang="en-US" sz="1100"/>
        </a:p>
      </dgm:t>
    </dgm:pt>
    <dgm:pt modelId="{0F2F43B9-C9E8-0040-8474-6DA84DCE7BC1}">
      <dgm:prSet phldrT="[Text]" custT="1"/>
      <dgm:spPr/>
      <dgm:t>
        <a:bodyPr/>
        <a:lstStyle/>
        <a:p>
          <a:r>
            <a:rPr lang="en-US" sz="1100" dirty="0"/>
            <a:t>Formation Control</a:t>
          </a:r>
        </a:p>
      </dgm:t>
    </dgm:pt>
    <dgm:pt modelId="{37C5F577-C870-1B46-97CA-561232E1895C}" type="parTrans" cxnId="{5B7494A1-5AF5-7D4E-92B0-4BF0AC836081}">
      <dgm:prSet/>
      <dgm:spPr/>
      <dgm:t>
        <a:bodyPr/>
        <a:lstStyle/>
        <a:p>
          <a:endParaRPr lang="en-US" sz="1100"/>
        </a:p>
      </dgm:t>
    </dgm:pt>
    <dgm:pt modelId="{F85B54CB-DC4E-A94E-BCBA-F99DB7B6957B}" type="sibTrans" cxnId="{5B7494A1-5AF5-7D4E-92B0-4BF0AC836081}">
      <dgm:prSet/>
      <dgm:spPr/>
      <dgm:t>
        <a:bodyPr/>
        <a:lstStyle/>
        <a:p>
          <a:endParaRPr lang="en-US"/>
        </a:p>
      </dgm:t>
    </dgm:pt>
    <dgm:pt modelId="{D141CABA-7BE6-0644-8D86-C411B0DECBC4}">
      <dgm:prSet phldrT="[Text]" custT="1"/>
      <dgm:spPr/>
      <dgm:t>
        <a:bodyPr/>
        <a:lstStyle/>
        <a:p>
          <a:r>
            <a:rPr lang="en-US" sz="1100" dirty="0"/>
            <a:t>Task Execution</a:t>
          </a:r>
        </a:p>
      </dgm:t>
    </dgm:pt>
    <dgm:pt modelId="{0E74DD1B-67C6-0440-A55F-88416FEF2D7F}" type="parTrans" cxnId="{12D265BD-C5F8-104A-B670-AF939A69F9B0}">
      <dgm:prSet/>
      <dgm:spPr/>
      <dgm:t>
        <a:bodyPr/>
        <a:lstStyle/>
        <a:p>
          <a:endParaRPr lang="en-US" sz="1100"/>
        </a:p>
      </dgm:t>
    </dgm:pt>
    <dgm:pt modelId="{8F288B68-10FE-C644-9D42-87E8EC250B3E}" type="sibTrans" cxnId="{12D265BD-C5F8-104A-B670-AF939A69F9B0}">
      <dgm:prSet/>
      <dgm:spPr/>
      <dgm:t>
        <a:bodyPr/>
        <a:lstStyle/>
        <a:p>
          <a:endParaRPr lang="en-US"/>
        </a:p>
      </dgm:t>
    </dgm:pt>
    <dgm:pt modelId="{418F33B4-C96F-AF4D-BB95-CA79094A3166}">
      <dgm:prSet phldrT="[Text]" custT="1"/>
      <dgm:spPr/>
      <dgm:t>
        <a:bodyPr/>
        <a:lstStyle/>
        <a:p>
          <a:r>
            <a:rPr lang="en-US" sz="1100" dirty="0"/>
            <a:t>Navigation</a:t>
          </a:r>
        </a:p>
      </dgm:t>
    </dgm:pt>
    <dgm:pt modelId="{241730F7-61CA-104B-B97E-C45D3F1DB88D}" type="parTrans" cxnId="{CA908E5D-38B7-3040-93E3-36E373066E5D}">
      <dgm:prSet/>
      <dgm:spPr/>
      <dgm:t>
        <a:bodyPr/>
        <a:lstStyle/>
        <a:p>
          <a:endParaRPr lang="en-US" sz="1100"/>
        </a:p>
      </dgm:t>
    </dgm:pt>
    <dgm:pt modelId="{7AB9ECF2-0799-CD40-82DE-06CCD122C2D4}" type="sibTrans" cxnId="{CA908E5D-38B7-3040-93E3-36E373066E5D}">
      <dgm:prSet/>
      <dgm:spPr/>
      <dgm:t>
        <a:bodyPr/>
        <a:lstStyle/>
        <a:p>
          <a:endParaRPr lang="en-US"/>
        </a:p>
      </dgm:t>
    </dgm:pt>
    <dgm:pt modelId="{C0AB7101-371D-A944-853B-25264C820C77}">
      <dgm:prSet phldrT="[Text]" custT="1"/>
      <dgm:spPr/>
      <dgm:t>
        <a:bodyPr/>
        <a:lstStyle/>
        <a:p>
          <a:r>
            <a:rPr lang="en-US" sz="1100" dirty="0"/>
            <a:t>Scalar Fields</a:t>
          </a:r>
        </a:p>
      </dgm:t>
    </dgm:pt>
    <dgm:pt modelId="{D812262D-CCC8-1B48-9245-39C3604B87BD}" type="parTrans" cxnId="{89267B01-B674-334F-A12C-7F82B6EB8FD5}">
      <dgm:prSet/>
      <dgm:spPr/>
      <dgm:t>
        <a:bodyPr/>
        <a:lstStyle/>
        <a:p>
          <a:endParaRPr lang="en-US" sz="1100"/>
        </a:p>
      </dgm:t>
    </dgm:pt>
    <dgm:pt modelId="{751EF168-FB25-D541-954E-BE15E501DEDB}" type="sibTrans" cxnId="{89267B01-B674-334F-A12C-7F82B6EB8FD5}">
      <dgm:prSet/>
      <dgm:spPr/>
      <dgm:t>
        <a:bodyPr/>
        <a:lstStyle/>
        <a:p>
          <a:endParaRPr lang="en-US"/>
        </a:p>
      </dgm:t>
    </dgm:pt>
    <dgm:pt modelId="{FC423424-5D63-7441-8572-2715C83806FA}">
      <dgm:prSet phldrT="[Text]" custT="1"/>
      <dgm:spPr/>
      <dgm:t>
        <a:bodyPr/>
        <a:lstStyle/>
        <a:p>
          <a:r>
            <a:rPr lang="en-US" sz="1100" dirty="0"/>
            <a:t>Vector Fields</a:t>
          </a:r>
        </a:p>
      </dgm:t>
    </dgm:pt>
    <dgm:pt modelId="{D00CE0DD-7FC0-F742-B9CE-7F9750218958}" type="parTrans" cxnId="{18FE0BE4-BC84-3E4E-9443-39D680209AC7}">
      <dgm:prSet/>
      <dgm:spPr/>
      <dgm:t>
        <a:bodyPr/>
        <a:lstStyle/>
        <a:p>
          <a:endParaRPr lang="en-US" sz="1100"/>
        </a:p>
      </dgm:t>
    </dgm:pt>
    <dgm:pt modelId="{5003E118-8176-0D40-9A74-4217E11E8083}" type="sibTrans" cxnId="{18FE0BE4-BC84-3E4E-9443-39D680209AC7}">
      <dgm:prSet/>
      <dgm:spPr/>
      <dgm:t>
        <a:bodyPr/>
        <a:lstStyle/>
        <a:p>
          <a:endParaRPr lang="en-US"/>
        </a:p>
      </dgm:t>
    </dgm:pt>
    <dgm:pt modelId="{ECB54390-7F02-4647-BF7C-932D5D402181}">
      <dgm:prSet phldrT="[Text]" custT="1"/>
      <dgm:spPr/>
      <dgm:t>
        <a:bodyPr/>
        <a:lstStyle/>
        <a:p>
          <a:r>
            <a:rPr lang="en-US" sz="1100" dirty="0"/>
            <a:t>Autonomous (Conventional)</a:t>
          </a:r>
        </a:p>
      </dgm:t>
    </dgm:pt>
    <dgm:pt modelId="{097D0321-7546-FB43-A090-B84C26238D2D}" type="parTrans" cxnId="{AFBDBF9E-BFE7-EC48-AE00-1CE2997C57DC}">
      <dgm:prSet/>
      <dgm:spPr/>
      <dgm:t>
        <a:bodyPr/>
        <a:lstStyle/>
        <a:p>
          <a:endParaRPr lang="en-US"/>
        </a:p>
      </dgm:t>
    </dgm:pt>
    <dgm:pt modelId="{2426E65D-B0C0-6043-BF9A-573E3029D730}" type="sibTrans" cxnId="{AFBDBF9E-BFE7-EC48-AE00-1CE2997C57DC}">
      <dgm:prSet/>
      <dgm:spPr/>
      <dgm:t>
        <a:bodyPr/>
        <a:lstStyle/>
        <a:p>
          <a:endParaRPr lang="en-US"/>
        </a:p>
      </dgm:t>
    </dgm:pt>
    <dgm:pt modelId="{2E6E0486-64BC-B84B-AAF7-666AA900BECC}">
      <dgm:prSet phldrT="[Text]" custT="1"/>
      <dgm:spPr/>
      <dgm:t>
        <a:bodyPr/>
        <a:lstStyle/>
        <a:p>
          <a:r>
            <a:rPr lang="en-US" sz="1100" dirty="0"/>
            <a:t>Independent</a:t>
          </a:r>
        </a:p>
      </dgm:t>
    </dgm:pt>
    <dgm:pt modelId="{95176BC0-156D-E245-8254-C8DAD016524C}" type="parTrans" cxnId="{CA8E3976-E9CC-5B47-BDE2-F2D4BCD39180}">
      <dgm:prSet/>
      <dgm:spPr/>
      <dgm:t>
        <a:bodyPr/>
        <a:lstStyle/>
        <a:p>
          <a:endParaRPr lang="en-US"/>
        </a:p>
      </dgm:t>
    </dgm:pt>
    <dgm:pt modelId="{33B54619-1A11-E047-B061-647107596032}" type="sibTrans" cxnId="{CA8E3976-E9CC-5B47-BDE2-F2D4BCD39180}">
      <dgm:prSet/>
      <dgm:spPr/>
      <dgm:t>
        <a:bodyPr/>
        <a:lstStyle/>
        <a:p>
          <a:endParaRPr lang="en-US"/>
        </a:p>
      </dgm:t>
    </dgm:pt>
    <dgm:pt modelId="{1E4AB623-2D2D-3E45-AF0B-8FC3A010B907}">
      <dgm:prSet custT="1"/>
      <dgm:spPr/>
      <dgm:t>
        <a:bodyPr/>
        <a:lstStyle/>
        <a:p>
          <a:r>
            <a:rPr lang="en-US" sz="1100" dirty="0"/>
            <a:t>Memory Based</a:t>
          </a:r>
        </a:p>
      </dgm:t>
    </dgm:pt>
    <dgm:pt modelId="{E5222478-73F1-A64F-B9DA-066E972858BC}" type="parTrans" cxnId="{81DBB085-B5A2-1D42-B46D-046CFE5E9A99}">
      <dgm:prSet/>
      <dgm:spPr/>
      <dgm:t>
        <a:bodyPr/>
        <a:lstStyle/>
        <a:p>
          <a:endParaRPr lang="en-US"/>
        </a:p>
      </dgm:t>
    </dgm:pt>
    <dgm:pt modelId="{45B7F5D6-95FE-5940-813D-C8A56FD5C898}" type="sibTrans" cxnId="{81DBB085-B5A2-1D42-B46D-046CFE5E9A99}">
      <dgm:prSet/>
      <dgm:spPr/>
      <dgm:t>
        <a:bodyPr/>
        <a:lstStyle/>
        <a:p>
          <a:endParaRPr lang="en-US"/>
        </a:p>
      </dgm:t>
    </dgm:pt>
    <dgm:pt modelId="{79B65069-02E1-0D43-B94D-CDD765CE76C3}">
      <dgm:prSet custT="1"/>
      <dgm:spPr/>
      <dgm:t>
        <a:bodyPr/>
        <a:lstStyle/>
        <a:p>
          <a:r>
            <a:rPr lang="en-US" sz="1100" dirty="0"/>
            <a:t>Memory Free</a:t>
          </a:r>
        </a:p>
      </dgm:t>
    </dgm:pt>
    <dgm:pt modelId="{468BAFE5-F0A5-E04B-8237-24B51AE24930}" type="parTrans" cxnId="{F790F1C3-AD1F-4241-871F-1F3BB623E357}">
      <dgm:prSet/>
      <dgm:spPr/>
      <dgm:t>
        <a:bodyPr/>
        <a:lstStyle/>
        <a:p>
          <a:endParaRPr lang="en-US"/>
        </a:p>
      </dgm:t>
    </dgm:pt>
    <dgm:pt modelId="{68C90574-5E5B-D240-A227-3BFE97455172}" type="sibTrans" cxnId="{F790F1C3-AD1F-4241-871F-1F3BB623E357}">
      <dgm:prSet/>
      <dgm:spPr/>
      <dgm:t>
        <a:bodyPr/>
        <a:lstStyle/>
        <a:p>
          <a:endParaRPr lang="en-US"/>
        </a:p>
      </dgm:t>
    </dgm:pt>
    <dgm:pt modelId="{4F411287-0BBC-5E4F-97AD-A96A18552E8D}" type="pres">
      <dgm:prSet presAssocID="{52D37A0C-6D1F-F242-9391-01EE04F9354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C047A94-FDC3-564D-B354-0127B8119078}" type="pres">
      <dgm:prSet presAssocID="{CE4FF16B-6E06-5E43-94F7-FAD4C4AA9D74}" presName="hierRoot1" presStyleCnt="0"/>
      <dgm:spPr/>
    </dgm:pt>
    <dgm:pt modelId="{0FDF4A8D-2F35-974A-8ACB-3631BC98D193}" type="pres">
      <dgm:prSet presAssocID="{CE4FF16B-6E06-5E43-94F7-FAD4C4AA9D74}" presName="composite" presStyleCnt="0"/>
      <dgm:spPr/>
    </dgm:pt>
    <dgm:pt modelId="{CEBBEFF2-4BA2-F148-99EB-45E44549DA47}" type="pres">
      <dgm:prSet presAssocID="{CE4FF16B-6E06-5E43-94F7-FAD4C4AA9D74}" presName="background" presStyleLbl="node0" presStyleIdx="0" presStyleCnt="1"/>
      <dgm:spPr>
        <a:noFill/>
      </dgm:spPr>
    </dgm:pt>
    <dgm:pt modelId="{9D034F19-BE9D-8E44-B405-2552358D6590}" type="pres">
      <dgm:prSet presAssocID="{CE4FF16B-6E06-5E43-94F7-FAD4C4AA9D74}" presName="text" presStyleLbl="fgAcc0" presStyleIdx="0" presStyleCnt="1" custLinFactNeighborX="-13136" custLinFactNeighborY="-49403">
        <dgm:presLayoutVars>
          <dgm:chPref val="3"/>
        </dgm:presLayoutVars>
      </dgm:prSet>
      <dgm:spPr/>
    </dgm:pt>
    <dgm:pt modelId="{8B888F22-3BEA-CB48-8369-5E96D274EDE9}" type="pres">
      <dgm:prSet presAssocID="{CE4FF16B-6E06-5E43-94F7-FAD4C4AA9D74}" presName="hierChild2" presStyleCnt="0"/>
      <dgm:spPr/>
    </dgm:pt>
    <dgm:pt modelId="{EBC54D08-2A4E-E845-9371-57EA21602D67}" type="pres">
      <dgm:prSet presAssocID="{4AD643B3-19C8-E641-AE75-8A4348AA42B8}" presName="Name10" presStyleLbl="parChTrans1D2" presStyleIdx="0" presStyleCnt="4"/>
      <dgm:spPr/>
    </dgm:pt>
    <dgm:pt modelId="{C69F369F-233C-1742-B870-681F853891D5}" type="pres">
      <dgm:prSet presAssocID="{3E232816-6BDE-CC4A-811C-07925A7F75E2}" presName="hierRoot2" presStyleCnt="0"/>
      <dgm:spPr/>
    </dgm:pt>
    <dgm:pt modelId="{26B2EDD4-C3C8-8A4F-8F05-03B8F1D446D8}" type="pres">
      <dgm:prSet presAssocID="{3E232816-6BDE-CC4A-811C-07925A7F75E2}" presName="composite2" presStyleCnt="0"/>
      <dgm:spPr/>
    </dgm:pt>
    <dgm:pt modelId="{2E78A191-E590-1241-B021-5282D45BDAFD}" type="pres">
      <dgm:prSet presAssocID="{3E232816-6BDE-CC4A-811C-07925A7F75E2}" presName="background2" presStyleLbl="node2" presStyleIdx="0" presStyleCnt="4"/>
      <dgm:spPr>
        <a:noFill/>
      </dgm:spPr>
    </dgm:pt>
    <dgm:pt modelId="{1365893D-45E8-D248-AB8B-1A1B05DBA619}" type="pres">
      <dgm:prSet presAssocID="{3E232816-6BDE-CC4A-811C-07925A7F75E2}" presName="text2" presStyleLbl="fgAcc2" presStyleIdx="0" presStyleCnt="4" custScaleX="116918" custLinFactNeighborX="-28197" custLinFactNeighborY="-106">
        <dgm:presLayoutVars>
          <dgm:chPref val="3"/>
        </dgm:presLayoutVars>
      </dgm:prSet>
      <dgm:spPr/>
    </dgm:pt>
    <dgm:pt modelId="{A48B3A12-E115-2144-8063-03DD072CC434}" type="pres">
      <dgm:prSet presAssocID="{3E232816-6BDE-CC4A-811C-07925A7F75E2}" presName="hierChild3" presStyleCnt="0"/>
      <dgm:spPr/>
    </dgm:pt>
    <dgm:pt modelId="{3CB415AC-7B80-BA4F-960D-828936FE8FF3}" type="pres">
      <dgm:prSet presAssocID="{E72A5E34-B9E2-1E44-ABE0-DFE7C0AC5125}" presName="Name17" presStyleLbl="parChTrans1D3" presStyleIdx="0" presStyleCnt="2"/>
      <dgm:spPr/>
    </dgm:pt>
    <dgm:pt modelId="{9651A75F-E898-5549-A160-1DBC22422525}" type="pres">
      <dgm:prSet presAssocID="{7FDE47B8-22DE-034B-A859-472CAD0F2163}" presName="hierRoot3" presStyleCnt="0"/>
      <dgm:spPr/>
    </dgm:pt>
    <dgm:pt modelId="{DCF65F04-59FA-154B-B53A-76CB83B61C7C}" type="pres">
      <dgm:prSet presAssocID="{7FDE47B8-22DE-034B-A859-472CAD0F2163}" presName="composite3" presStyleCnt="0"/>
      <dgm:spPr/>
    </dgm:pt>
    <dgm:pt modelId="{7BABC9D1-BC71-CE48-A31A-42849D36FEEB}" type="pres">
      <dgm:prSet presAssocID="{7FDE47B8-22DE-034B-A859-472CAD0F2163}" presName="background3" presStyleLbl="node3" presStyleIdx="0" presStyleCnt="2"/>
      <dgm:spPr>
        <a:noFill/>
      </dgm:spPr>
    </dgm:pt>
    <dgm:pt modelId="{597584DF-434B-DC48-AB72-C7D4D35CCBDE}" type="pres">
      <dgm:prSet presAssocID="{7FDE47B8-22DE-034B-A859-472CAD0F2163}" presName="text3" presStyleLbl="fgAcc3" presStyleIdx="0" presStyleCnt="2">
        <dgm:presLayoutVars>
          <dgm:chPref val="3"/>
        </dgm:presLayoutVars>
      </dgm:prSet>
      <dgm:spPr/>
    </dgm:pt>
    <dgm:pt modelId="{1DC60D1F-E821-044E-B188-4960CB9A1CCA}" type="pres">
      <dgm:prSet presAssocID="{7FDE47B8-22DE-034B-A859-472CAD0F2163}" presName="hierChild4" presStyleCnt="0"/>
      <dgm:spPr/>
    </dgm:pt>
    <dgm:pt modelId="{99DE6AA4-AB54-E44F-BCAF-AC99E0111100}" type="pres">
      <dgm:prSet presAssocID="{DF1E8C31-261F-984A-9218-DE7C0386AD47}" presName="Name17" presStyleLbl="parChTrans1D3" presStyleIdx="1" presStyleCnt="2"/>
      <dgm:spPr/>
    </dgm:pt>
    <dgm:pt modelId="{A94C29B1-389D-C443-8F58-F68B57C84187}" type="pres">
      <dgm:prSet presAssocID="{CD0CDCC8-E0A1-2A49-B8BB-8C0AA4883921}" presName="hierRoot3" presStyleCnt="0"/>
      <dgm:spPr/>
    </dgm:pt>
    <dgm:pt modelId="{28489005-67E2-8142-B886-61AA7A027291}" type="pres">
      <dgm:prSet presAssocID="{CD0CDCC8-E0A1-2A49-B8BB-8C0AA4883921}" presName="composite3" presStyleCnt="0"/>
      <dgm:spPr/>
    </dgm:pt>
    <dgm:pt modelId="{BC5BA88A-F797-4645-8464-044F4AC387D2}" type="pres">
      <dgm:prSet presAssocID="{CD0CDCC8-E0A1-2A49-B8BB-8C0AA4883921}" presName="background3" presStyleLbl="node3" presStyleIdx="1" presStyleCnt="2"/>
      <dgm:spPr>
        <a:noFill/>
      </dgm:spPr>
    </dgm:pt>
    <dgm:pt modelId="{65E6CB5A-9E5E-9148-A435-6A01D77BF049}" type="pres">
      <dgm:prSet presAssocID="{CD0CDCC8-E0A1-2A49-B8BB-8C0AA4883921}" presName="text3" presStyleLbl="fgAcc3" presStyleIdx="1" presStyleCnt="2">
        <dgm:presLayoutVars>
          <dgm:chPref val="3"/>
        </dgm:presLayoutVars>
      </dgm:prSet>
      <dgm:spPr/>
    </dgm:pt>
    <dgm:pt modelId="{700C354D-9282-264D-BAC1-469BFC9C10F8}" type="pres">
      <dgm:prSet presAssocID="{CD0CDCC8-E0A1-2A49-B8BB-8C0AA4883921}" presName="hierChild4" presStyleCnt="0"/>
      <dgm:spPr/>
    </dgm:pt>
    <dgm:pt modelId="{BDA1F650-B034-3F41-9970-CC2CB6C89C8D}" type="pres">
      <dgm:prSet presAssocID="{95176BC0-156D-E245-8254-C8DAD016524C}" presName="Name23" presStyleLbl="parChTrans1D4" presStyleIdx="0" presStyleCnt="10"/>
      <dgm:spPr/>
    </dgm:pt>
    <dgm:pt modelId="{E0CB24DA-C85F-AB45-A4B7-4BC73186809B}" type="pres">
      <dgm:prSet presAssocID="{2E6E0486-64BC-B84B-AAF7-666AA900BECC}" presName="hierRoot4" presStyleCnt="0"/>
      <dgm:spPr/>
    </dgm:pt>
    <dgm:pt modelId="{7338B946-5F3B-B442-B621-655B1BBC18D6}" type="pres">
      <dgm:prSet presAssocID="{2E6E0486-64BC-B84B-AAF7-666AA900BECC}" presName="composite4" presStyleCnt="0"/>
      <dgm:spPr/>
    </dgm:pt>
    <dgm:pt modelId="{E407BF8F-B10D-C246-B75C-8258877EDD08}" type="pres">
      <dgm:prSet presAssocID="{2E6E0486-64BC-B84B-AAF7-666AA900BECC}" presName="background4" presStyleLbl="node4" presStyleIdx="0" presStyleCnt="10"/>
      <dgm:spPr>
        <a:noFill/>
      </dgm:spPr>
    </dgm:pt>
    <dgm:pt modelId="{09D89D3D-84DD-124E-8801-8F5A6BA5CF48}" type="pres">
      <dgm:prSet presAssocID="{2E6E0486-64BC-B84B-AAF7-666AA900BECC}" presName="text4" presStyleLbl="fgAcc4" presStyleIdx="0" presStyleCnt="10" custScaleX="106504">
        <dgm:presLayoutVars>
          <dgm:chPref val="3"/>
        </dgm:presLayoutVars>
      </dgm:prSet>
      <dgm:spPr/>
    </dgm:pt>
    <dgm:pt modelId="{D59FF678-CB87-784E-B114-C3F357346633}" type="pres">
      <dgm:prSet presAssocID="{2E6E0486-64BC-B84B-AAF7-666AA900BECC}" presName="hierChild5" presStyleCnt="0"/>
      <dgm:spPr/>
    </dgm:pt>
    <dgm:pt modelId="{F1DAFB20-CC41-0346-A3FB-07756C012772}" type="pres">
      <dgm:prSet presAssocID="{A4BEF84D-E9A2-724D-B51C-1152EC505F17}" presName="Name23" presStyleLbl="parChTrans1D4" presStyleIdx="1" presStyleCnt="10"/>
      <dgm:spPr/>
    </dgm:pt>
    <dgm:pt modelId="{B88679E7-D41C-5D4C-8544-42C1446F972D}" type="pres">
      <dgm:prSet presAssocID="{E49EB0BB-4386-A840-AF6E-43AC7ABD267A}" presName="hierRoot4" presStyleCnt="0"/>
      <dgm:spPr/>
    </dgm:pt>
    <dgm:pt modelId="{33B758C8-8DDD-3145-A936-DFC3CAFCB5B7}" type="pres">
      <dgm:prSet presAssocID="{E49EB0BB-4386-A840-AF6E-43AC7ABD267A}" presName="composite4" presStyleCnt="0"/>
      <dgm:spPr/>
    </dgm:pt>
    <dgm:pt modelId="{151A3B40-48B6-6C47-BFC2-60E0D62C9074}" type="pres">
      <dgm:prSet presAssocID="{E49EB0BB-4386-A840-AF6E-43AC7ABD267A}" presName="background4" presStyleLbl="node4" presStyleIdx="1" presStyleCnt="10"/>
      <dgm:spPr>
        <a:noFill/>
      </dgm:spPr>
    </dgm:pt>
    <dgm:pt modelId="{E0B33AC5-E7F3-4241-A2AC-F43595C0BCAA}" type="pres">
      <dgm:prSet presAssocID="{E49EB0BB-4386-A840-AF6E-43AC7ABD267A}" presName="text4" presStyleLbl="fgAcc4" presStyleIdx="1" presStyleCnt="10" custScaleX="121497">
        <dgm:presLayoutVars>
          <dgm:chPref val="3"/>
        </dgm:presLayoutVars>
      </dgm:prSet>
      <dgm:spPr/>
    </dgm:pt>
    <dgm:pt modelId="{B5497F3D-C49B-8C4C-8DA0-7C545C819595}" type="pres">
      <dgm:prSet presAssocID="{E49EB0BB-4386-A840-AF6E-43AC7ABD267A}" presName="hierChild5" presStyleCnt="0"/>
      <dgm:spPr/>
    </dgm:pt>
    <dgm:pt modelId="{FE007B2E-5B34-A248-AE60-6FF231CE7E65}" type="pres">
      <dgm:prSet presAssocID="{688C228F-BD87-3945-86EB-126BC61041D7}" presName="Name23" presStyleLbl="parChTrans1D4" presStyleIdx="2" presStyleCnt="10"/>
      <dgm:spPr/>
    </dgm:pt>
    <dgm:pt modelId="{9B85DFC0-1ADF-B94D-8A7D-D4E61750223F}" type="pres">
      <dgm:prSet presAssocID="{3500A8AB-BFB9-CE40-983D-21EA348A24D7}" presName="hierRoot4" presStyleCnt="0"/>
      <dgm:spPr/>
    </dgm:pt>
    <dgm:pt modelId="{D33C527E-06AF-7041-9390-3E2618A22303}" type="pres">
      <dgm:prSet presAssocID="{3500A8AB-BFB9-CE40-983D-21EA348A24D7}" presName="composite4" presStyleCnt="0"/>
      <dgm:spPr/>
    </dgm:pt>
    <dgm:pt modelId="{696095EB-A427-214A-A6FB-171613C06280}" type="pres">
      <dgm:prSet presAssocID="{3500A8AB-BFB9-CE40-983D-21EA348A24D7}" presName="background4" presStyleLbl="node4" presStyleIdx="2" presStyleCnt="10"/>
      <dgm:spPr>
        <a:noFill/>
      </dgm:spPr>
    </dgm:pt>
    <dgm:pt modelId="{29D1367E-9C35-1F4B-A5A7-B10448363D39}" type="pres">
      <dgm:prSet presAssocID="{3500A8AB-BFB9-CE40-983D-21EA348A24D7}" presName="text4" presStyleLbl="fgAcc4" presStyleIdx="2" presStyleCnt="10" custScaleX="131633">
        <dgm:presLayoutVars>
          <dgm:chPref val="3"/>
        </dgm:presLayoutVars>
      </dgm:prSet>
      <dgm:spPr/>
    </dgm:pt>
    <dgm:pt modelId="{5AF39403-11DD-7A42-B76F-12E2AE207D66}" type="pres">
      <dgm:prSet presAssocID="{3500A8AB-BFB9-CE40-983D-21EA348A24D7}" presName="hierChild5" presStyleCnt="0"/>
      <dgm:spPr/>
    </dgm:pt>
    <dgm:pt modelId="{9D7EAAB5-7EA5-9545-8551-282062324F4E}" type="pres">
      <dgm:prSet presAssocID="{0E74DD1B-67C6-0440-A55F-88416FEF2D7F}" presName="Name23" presStyleLbl="parChTrans1D4" presStyleIdx="3" presStyleCnt="10"/>
      <dgm:spPr/>
    </dgm:pt>
    <dgm:pt modelId="{4A6CA8AE-B65C-4D45-8BD0-C25EAA96BBA9}" type="pres">
      <dgm:prSet presAssocID="{D141CABA-7BE6-0644-8D86-C411B0DECBC4}" presName="hierRoot4" presStyleCnt="0"/>
      <dgm:spPr/>
    </dgm:pt>
    <dgm:pt modelId="{B90C2F72-D5E2-C946-B931-C4B555589C22}" type="pres">
      <dgm:prSet presAssocID="{D141CABA-7BE6-0644-8D86-C411B0DECBC4}" presName="composite4" presStyleCnt="0"/>
      <dgm:spPr/>
    </dgm:pt>
    <dgm:pt modelId="{A0AD9054-23CB-8E46-B289-CDF375DAA6CD}" type="pres">
      <dgm:prSet presAssocID="{D141CABA-7BE6-0644-8D86-C411B0DECBC4}" presName="background4" presStyleLbl="node4" presStyleIdx="3" presStyleCnt="10"/>
      <dgm:spPr>
        <a:noFill/>
      </dgm:spPr>
    </dgm:pt>
    <dgm:pt modelId="{EF853E39-7AB8-2344-AD5A-A414181FE71B}" type="pres">
      <dgm:prSet presAssocID="{D141CABA-7BE6-0644-8D86-C411B0DECBC4}" presName="text4" presStyleLbl="fgAcc4" presStyleIdx="3" presStyleCnt="10">
        <dgm:presLayoutVars>
          <dgm:chPref val="3"/>
        </dgm:presLayoutVars>
      </dgm:prSet>
      <dgm:spPr/>
    </dgm:pt>
    <dgm:pt modelId="{A1FAA20F-1810-FC44-A0A7-E0E7C686669E}" type="pres">
      <dgm:prSet presAssocID="{D141CABA-7BE6-0644-8D86-C411B0DECBC4}" presName="hierChild5" presStyleCnt="0"/>
      <dgm:spPr/>
    </dgm:pt>
    <dgm:pt modelId="{8F7220B6-1DD3-5147-87ED-1688C03BB6D0}" type="pres">
      <dgm:prSet presAssocID="{37C5F577-C870-1B46-97CA-561232E1895C}" presName="Name23" presStyleLbl="parChTrans1D4" presStyleIdx="4" presStyleCnt="10"/>
      <dgm:spPr/>
    </dgm:pt>
    <dgm:pt modelId="{7610BE42-E202-674D-A392-04815DC5A03F}" type="pres">
      <dgm:prSet presAssocID="{0F2F43B9-C9E8-0040-8474-6DA84DCE7BC1}" presName="hierRoot4" presStyleCnt="0"/>
      <dgm:spPr/>
    </dgm:pt>
    <dgm:pt modelId="{E602C64D-A67E-9942-9491-A29487B621D2}" type="pres">
      <dgm:prSet presAssocID="{0F2F43B9-C9E8-0040-8474-6DA84DCE7BC1}" presName="composite4" presStyleCnt="0"/>
      <dgm:spPr/>
    </dgm:pt>
    <dgm:pt modelId="{74D000CB-B371-8C45-AF9B-FB32EE3E63E7}" type="pres">
      <dgm:prSet presAssocID="{0F2F43B9-C9E8-0040-8474-6DA84DCE7BC1}" presName="background4" presStyleLbl="node4" presStyleIdx="4" presStyleCnt="10"/>
      <dgm:spPr>
        <a:noFill/>
      </dgm:spPr>
    </dgm:pt>
    <dgm:pt modelId="{EB03EB6F-D00B-E844-8045-6BABDA385710}" type="pres">
      <dgm:prSet presAssocID="{0F2F43B9-C9E8-0040-8474-6DA84DCE7BC1}" presName="text4" presStyleLbl="fgAcc4" presStyleIdx="4" presStyleCnt="10" custScaleX="156297">
        <dgm:presLayoutVars>
          <dgm:chPref val="3"/>
        </dgm:presLayoutVars>
      </dgm:prSet>
      <dgm:spPr/>
    </dgm:pt>
    <dgm:pt modelId="{748BA738-2B43-1248-A9FA-0A55B099043E}" type="pres">
      <dgm:prSet presAssocID="{0F2F43B9-C9E8-0040-8474-6DA84DCE7BC1}" presName="hierChild5" presStyleCnt="0"/>
      <dgm:spPr/>
    </dgm:pt>
    <dgm:pt modelId="{30FE87EA-C7A1-A946-BA04-7BFD84FCA296}" type="pres">
      <dgm:prSet presAssocID="{241730F7-61CA-104B-B97E-C45D3F1DB88D}" presName="Name23" presStyleLbl="parChTrans1D4" presStyleIdx="5" presStyleCnt="10"/>
      <dgm:spPr/>
    </dgm:pt>
    <dgm:pt modelId="{AC1F6220-D22D-2F42-B000-F096374C7838}" type="pres">
      <dgm:prSet presAssocID="{418F33B4-C96F-AF4D-BB95-CA79094A3166}" presName="hierRoot4" presStyleCnt="0"/>
      <dgm:spPr/>
    </dgm:pt>
    <dgm:pt modelId="{38FE5CB1-EE07-2F4F-A08B-BD93B45B5B23}" type="pres">
      <dgm:prSet presAssocID="{418F33B4-C96F-AF4D-BB95-CA79094A3166}" presName="composite4" presStyleCnt="0"/>
      <dgm:spPr/>
    </dgm:pt>
    <dgm:pt modelId="{31CDE845-C0AE-E543-94B8-26C8A6AE5E76}" type="pres">
      <dgm:prSet presAssocID="{418F33B4-C96F-AF4D-BB95-CA79094A3166}" presName="background4" presStyleLbl="node4" presStyleIdx="5" presStyleCnt="10"/>
      <dgm:spPr>
        <a:noFill/>
      </dgm:spPr>
    </dgm:pt>
    <dgm:pt modelId="{3541AEEB-F619-7B41-853B-FA3B8FF75B72}" type="pres">
      <dgm:prSet presAssocID="{418F33B4-C96F-AF4D-BB95-CA79094A3166}" presName="text4" presStyleLbl="fgAcc4" presStyleIdx="5" presStyleCnt="10">
        <dgm:presLayoutVars>
          <dgm:chPref val="3"/>
        </dgm:presLayoutVars>
      </dgm:prSet>
      <dgm:spPr/>
    </dgm:pt>
    <dgm:pt modelId="{7C0B2D1D-E883-5D40-B149-EAF379864251}" type="pres">
      <dgm:prSet presAssocID="{418F33B4-C96F-AF4D-BB95-CA79094A3166}" presName="hierChild5" presStyleCnt="0"/>
      <dgm:spPr/>
    </dgm:pt>
    <dgm:pt modelId="{74CDDFF5-9473-4745-B427-B2F6ECD7CE9B}" type="pres">
      <dgm:prSet presAssocID="{D812262D-CCC8-1B48-9245-39C3604B87BD}" presName="Name23" presStyleLbl="parChTrans1D4" presStyleIdx="6" presStyleCnt="10"/>
      <dgm:spPr/>
    </dgm:pt>
    <dgm:pt modelId="{9B5A4289-C297-2B41-99AD-30915BAA0678}" type="pres">
      <dgm:prSet presAssocID="{C0AB7101-371D-A944-853B-25264C820C77}" presName="hierRoot4" presStyleCnt="0"/>
      <dgm:spPr/>
    </dgm:pt>
    <dgm:pt modelId="{B1738E67-426F-FA4B-9A24-91FBDA1D175C}" type="pres">
      <dgm:prSet presAssocID="{C0AB7101-371D-A944-853B-25264C820C77}" presName="composite4" presStyleCnt="0"/>
      <dgm:spPr/>
    </dgm:pt>
    <dgm:pt modelId="{DA1B578A-6F7D-FA4B-A0BE-D333C1D56722}" type="pres">
      <dgm:prSet presAssocID="{C0AB7101-371D-A944-853B-25264C820C77}" presName="background4" presStyleLbl="node4" presStyleIdx="6" presStyleCnt="10"/>
      <dgm:spPr>
        <a:noFill/>
      </dgm:spPr>
    </dgm:pt>
    <dgm:pt modelId="{5BD511B0-DD60-DD4A-B654-078F259149E1}" type="pres">
      <dgm:prSet presAssocID="{C0AB7101-371D-A944-853B-25264C820C77}" presName="text4" presStyleLbl="fgAcc4" presStyleIdx="6" presStyleCnt="10" custLinFactNeighborX="-32481" custLinFactNeighborY="641">
        <dgm:presLayoutVars>
          <dgm:chPref val="3"/>
        </dgm:presLayoutVars>
      </dgm:prSet>
      <dgm:spPr/>
    </dgm:pt>
    <dgm:pt modelId="{4B7ABAC6-6DBF-DD4F-8693-04EFA3CBBF62}" type="pres">
      <dgm:prSet presAssocID="{C0AB7101-371D-A944-853B-25264C820C77}" presName="hierChild5" presStyleCnt="0"/>
      <dgm:spPr/>
    </dgm:pt>
    <dgm:pt modelId="{72D39282-5208-774F-BCAB-7145EE5CE648}" type="pres">
      <dgm:prSet presAssocID="{D00CE0DD-7FC0-F742-B9CE-7F9750218958}" presName="Name23" presStyleLbl="parChTrans1D4" presStyleIdx="7" presStyleCnt="10"/>
      <dgm:spPr/>
    </dgm:pt>
    <dgm:pt modelId="{FB9D4780-D342-274F-AFF8-146760C2E71B}" type="pres">
      <dgm:prSet presAssocID="{FC423424-5D63-7441-8572-2715C83806FA}" presName="hierRoot4" presStyleCnt="0"/>
      <dgm:spPr/>
    </dgm:pt>
    <dgm:pt modelId="{70B79DFF-B04A-B740-813A-3064B57F8BE1}" type="pres">
      <dgm:prSet presAssocID="{FC423424-5D63-7441-8572-2715C83806FA}" presName="composite4" presStyleCnt="0"/>
      <dgm:spPr/>
    </dgm:pt>
    <dgm:pt modelId="{C76B3BD7-49B9-8E4E-8F75-7B0DA4FF8230}" type="pres">
      <dgm:prSet presAssocID="{FC423424-5D63-7441-8572-2715C83806FA}" presName="background4" presStyleLbl="node4" presStyleIdx="7" presStyleCnt="10"/>
      <dgm:spPr>
        <a:noFill/>
      </dgm:spPr>
    </dgm:pt>
    <dgm:pt modelId="{561D759D-A6C8-7A49-B222-92308E32910B}" type="pres">
      <dgm:prSet presAssocID="{FC423424-5D63-7441-8572-2715C83806FA}" presName="text4" presStyleLbl="fgAcc4" presStyleIdx="7" presStyleCnt="10">
        <dgm:presLayoutVars>
          <dgm:chPref val="3"/>
        </dgm:presLayoutVars>
      </dgm:prSet>
      <dgm:spPr/>
    </dgm:pt>
    <dgm:pt modelId="{C423BD3D-E745-9141-B079-CD45899F6907}" type="pres">
      <dgm:prSet presAssocID="{FC423424-5D63-7441-8572-2715C83806FA}" presName="hierChild5" presStyleCnt="0"/>
      <dgm:spPr/>
    </dgm:pt>
    <dgm:pt modelId="{C5C4D807-B5FE-4143-BECC-CFA53000F606}" type="pres">
      <dgm:prSet presAssocID="{E5222478-73F1-A64F-B9DA-066E972858BC}" presName="Name23" presStyleLbl="parChTrans1D4" presStyleIdx="8" presStyleCnt="10"/>
      <dgm:spPr/>
    </dgm:pt>
    <dgm:pt modelId="{3CFE2617-D90F-6948-AA2B-0891C7E3BA33}" type="pres">
      <dgm:prSet presAssocID="{1E4AB623-2D2D-3E45-AF0B-8FC3A010B907}" presName="hierRoot4" presStyleCnt="0"/>
      <dgm:spPr/>
    </dgm:pt>
    <dgm:pt modelId="{1B1709A7-F6F1-894D-AAA9-F8050A7EF8C7}" type="pres">
      <dgm:prSet presAssocID="{1E4AB623-2D2D-3E45-AF0B-8FC3A010B907}" presName="composite4" presStyleCnt="0"/>
      <dgm:spPr/>
    </dgm:pt>
    <dgm:pt modelId="{F9CBC9CA-F32E-8C49-BAAE-F329D774700E}" type="pres">
      <dgm:prSet presAssocID="{1E4AB623-2D2D-3E45-AF0B-8FC3A010B907}" presName="background4" presStyleLbl="node4" presStyleIdx="8" presStyleCnt="10"/>
      <dgm:spPr>
        <a:noFill/>
      </dgm:spPr>
    </dgm:pt>
    <dgm:pt modelId="{1D79E2E9-E898-EC46-B27A-581939934422}" type="pres">
      <dgm:prSet presAssocID="{1E4AB623-2D2D-3E45-AF0B-8FC3A010B907}" presName="text4" presStyleLbl="fgAcc4" presStyleIdx="8" presStyleCnt="10">
        <dgm:presLayoutVars>
          <dgm:chPref val="3"/>
        </dgm:presLayoutVars>
      </dgm:prSet>
      <dgm:spPr/>
    </dgm:pt>
    <dgm:pt modelId="{B986E1EC-D7F1-694E-A4A7-D7C670F82762}" type="pres">
      <dgm:prSet presAssocID="{1E4AB623-2D2D-3E45-AF0B-8FC3A010B907}" presName="hierChild5" presStyleCnt="0"/>
      <dgm:spPr/>
    </dgm:pt>
    <dgm:pt modelId="{774523B2-CE53-DA41-B202-52927140BCCF}" type="pres">
      <dgm:prSet presAssocID="{468BAFE5-F0A5-E04B-8237-24B51AE24930}" presName="Name23" presStyleLbl="parChTrans1D4" presStyleIdx="9" presStyleCnt="10"/>
      <dgm:spPr/>
    </dgm:pt>
    <dgm:pt modelId="{4ED96183-88A7-7948-BC24-C7F1569F26F8}" type="pres">
      <dgm:prSet presAssocID="{79B65069-02E1-0D43-B94D-CDD765CE76C3}" presName="hierRoot4" presStyleCnt="0"/>
      <dgm:spPr/>
    </dgm:pt>
    <dgm:pt modelId="{6509CE19-2C31-E748-80CF-5F279BEC100C}" type="pres">
      <dgm:prSet presAssocID="{79B65069-02E1-0D43-B94D-CDD765CE76C3}" presName="composite4" presStyleCnt="0"/>
      <dgm:spPr/>
    </dgm:pt>
    <dgm:pt modelId="{D7621C65-A167-6B4E-8A30-C370DC56AB1F}" type="pres">
      <dgm:prSet presAssocID="{79B65069-02E1-0D43-B94D-CDD765CE76C3}" presName="background4" presStyleLbl="node4" presStyleIdx="9" presStyleCnt="10"/>
      <dgm:spPr>
        <a:noFill/>
      </dgm:spPr>
    </dgm:pt>
    <dgm:pt modelId="{18E33F4A-926C-9F42-B2E3-CB4A17409B12}" type="pres">
      <dgm:prSet presAssocID="{79B65069-02E1-0D43-B94D-CDD765CE76C3}" presName="text4" presStyleLbl="fgAcc4" presStyleIdx="9" presStyleCnt="10">
        <dgm:presLayoutVars>
          <dgm:chPref val="3"/>
        </dgm:presLayoutVars>
      </dgm:prSet>
      <dgm:spPr/>
    </dgm:pt>
    <dgm:pt modelId="{37B3A1A7-0ABF-0141-BCA2-86F37059A9DC}" type="pres">
      <dgm:prSet presAssocID="{79B65069-02E1-0D43-B94D-CDD765CE76C3}" presName="hierChild5" presStyleCnt="0"/>
      <dgm:spPr/>
    </dgm:pt>
    <dgm:pt modelId="{0401DAA5-1321-554B-B3BB-86A402BE9C62}" type="pres">
      <dgm:prSet presAssocID="{097D0321-7546-FB43-A090-B84C26238D2D}" presName="Name10" presStyleLbl="parChTrans1D2" presStyleIdx="1" presStyleCnt="4"/>
      <dgm:spPr/>
    </dgm:pt>
    <dgm:pt modelId="{276B78E1-DCC1-2B4D-9AF2-AE5CB3FC47F4}" type="pres">
      <dgm:prSet presAssocID="{ECB54390-7F02-4647-BF7C-932D5D402181}" presName="hierRoot2" presStyleCnt="0"/>
      <dgm:spPr/>
    </dgm:pt>
    <dgm:pt modelId="{B1749FF5-D4A7-514E-AD29-5974FD678A30}" type="pres">
      <dgm:prSet presAssocID="{ECB54390-7F02-4647-BF7C-932D5D402181}" presName="composite2" presStyleCnt="0"/>
      <dgm:spPr/>
    </dgm:pt>
    <dgm:pt modelId="{F708628C-C021-E44E-A36B-686A85BCD235}" type="pres">
      <dgm:prSet presAssocID="{ECB54390-7F02-4647-BF7C-932D5D402181}" presName="background2" presStyleLbl="node2" presStyleIdx="1" presStyleCnt="4"/>
      <dgm:spPr>
        <a:noFill/>
      </dgm:spPr>
    </dgm:pt>
    <dgm:pt modelId="{698F5B28-D97F-E34F-9A14-F064B7F06135}" type="pres">
      <dgm:prSet presAssocID="{ECB54390-7F02-4647-BF7C-932D5D402181}" presName="text2" presStyleLbl="fgAcc2" presStyleIdx="1" presStyleCnt="4" custScaleX="144006">
        <dgm:presLayoutVars>
          <dgm:chPref val="3"/>
        </dgm:presLayoutVars>
      </dgm:prSet>
      <dgm:spPr/>
    </dgm:pt>
    <dgm:pt modelId="{AFD443F7-1647-C043-BC1F-96700A894587}" type="pres">
      <dgm:prSet presAssocID="{ECB54390-7F02-4647-BF7C-932D5D402181}" presName="hierChild3" presStyleCnt="0"/>
      <dgm:spPr/>
    </dgm:pt>
    <dgm:pt modelId="{9A5B7022-0B19-6449-ACAA-755F17F1B107}" type="pres">
      <dgm:prSet presAssocID="{AEFB807A-2C9C-6340-8C53-C96335772AB7}" presName="Name10" presStyleLbl="parChTrans1D2" presStyleIdx="2" presStyleCnt="4"/>
      <dgm:spPr/>
    </dgm:pt>
    <dgm:pt modelId="{F0421FB8-0E02-9F4F-AF87-BDF25AFF68E0}" type="pres">
      <dgm:prSet presAssocID="{01920263-A4C7-984B-A31D-DA4AC1FBC154}" presName="hierRoot2" presStyleCnt="0"/>
      <dgm:spPr/>
    </dgm:pt>
    <dgm:pt modelId="{44B661A4-22FF-9847-A657-656986412CB1}" type="pres">
      <dgm:prSet presAssocID="{01920263-A4C7-984B-A31D-DA4AC1FBC154}" presName="composite2" presStyleCnt="0"/>
      <dgm:spPr/>
    </dgm:pt>
    <dgm:pt modelId="{07DD5601-ED88-BE46-990B-0FB33A0FD390}" type="pres">
      <dgm:prSet presAssocID="{01920263-A4C7-984B-A31D-DA4AC1FBC154}" presName="background2" presStyleLbl="node2" presStyleIdx="2" presStyleCnt="4"/>
      <dgm:spPr>
        <a:noFill/>
      </dgm:spPr>
    </dgm:pt>
    <dgm:pt modelId="{78F81CE6-0417-584F-9D0E-9A0FF9A31DA9}" type="pres">
      <dgm:prSet presAssocID="{01920263-A4C7-984B-A31D-DA4AC1FBC154}" presName="text2" presStyleLbl="fgAcc2" presStyleIdx="2" presStyleCnt="4">
        <dgm:presLayoutVars>
          <dgm:chPref val="3"/>
        </dgm:presLayoutVars>
      </dgm:prSet>
      <dgm:spPr/>
    </dgm:pt>
    <dgm:pt modelId="{A22EE483-E093-5B47-96ED-083215075602}" type="pres">
      <dgm:prSet presAssocID="{01920263-A4C7-984B-A31D-DA4AC1FBC154}" presName="hierChild3" presStyleCnt="0"/>
      <dgm:spPr/>
    </dgm:pt>
    <dgm:pt modelId="{09AEC500-3424-4943-9823-605CB4D13D9F}" type="pres">
      <dgm:prSet presAssocID="{3DA92C5C-5F5B-3D42-8012-0921A97EAE38}" presName="Name10" presStyleLbl="parChTrans1D2" presStyleIdx="3" presStyleCnt="4"/>
      <dgm:spPr/>
    </dgm:pt>
    <dgm:pt modelId="{FC42F280-502D-8C49-ACB7-356871711CA4}" type="pres">
      <dgm:prSet presAssocID="{BC5C454B-F951-C54A-AA89-F893EF002E75}" presName="hierRoot2" presStyleCnt="0"/>
      <dgm:spPr/>
    </dgm:pt>
    <dgm:pt modelId="{5C2BF715-1B5F-0146-92C8-85FA6F667103}" type="pres">
      <dgm:prSet presAssocID="{BC5C454B-F951-C54A-AA89-F893EF002E75}" presName="composite2" presStyleCnt="0"/>
      <dgm:spPr/>
    </dgm:pt>
    <dgm:pt modelId="{80C49A31-7D8C-3A4E-9279-33B3EA9E1F0E}" type="pres">
      <dgm:prSet presAssocID="{BC5C454B-F951-C54A-AA89-F893EF002E75}" presName="background2" presStyleLbl="node2" presStyleIdx="3" presStyleCnt="4"/>
      <dgm:spPr>
        <a:noFill/>
      </dgm:spPr>
    </dgm:pt>
    <dgm:pt modelId="{68A62BB7-36FE-7149-8A32-5A1D27C22D74}" type="pres">
      <dgm:prSet presAssocID="{BC5C454B-F951-C54A-AA89-F893EF002E75}" presName="text2" presStyleLbl="fgAcc2" presStyleIdx="3" presStyleCnt="4">
        <dgm:presLayoutVars>
          <dgm:chPref val="3"/>
        </dgm:presLayoutVars>
      </dgm:prSet>
      <dgm:spPr/>
    </dgm:pt>
    <dgm:pt modelId="{93D82F8C-E8D7-A847-98E5-D598C85F0728}" type="pres">
      <dgm:prSet presAssocID="{BC5C454B-F951-C54A-AA89-F893EF002E75}" presName="hierChild3" presStyleCnt="0"/>
      <dgm:spPr/>
    </dgm:pt>
  </dgm:ptLst>
  <dgm:cxnLst>
    <dgm:cxn modelId="{09E98500-203A-5E45-9330-644A8E806B46}" type="presOf" srcId="{37C5F577-C870-1B46-97CA-561232E1895C}" destId="{8F7220B6-1DD3-5147-87ED-1688C03BB6D0}" srcOrd="0" destOrd="0" presId="urn:microsoft.com/office/officeart/2005/8/layout/hierarchy1"/>
    <dgm:cxn modelId="{89267B01-B674-334F-A12C-7F82B6EB8FD5}" srcId="{418F33B4-C96F-AF4D-BB95-CA79094A3166}" destId="{C0AB7101-371D-A944-853B-25264C820C77}" srcOrd="0" destOrd="0" parTransId="{D812262D-CCC8-1B48-9245-39C3604B87BD}" sibTransId="{751EF168-FB25-D541-954E-BE15E501DEDB}"/>
    <dgm:cxn modelId="{A361C502-C9D2-8B42-AEB8-F912C91F901A}" srcId="{CD0CDCC8-E0A1-2A49-B8BB-8C0AA4883921}" destId="{E49EB0BB-4386-A840-AF6E-43AC7ABD267A}" srcOrd="1" destOrd="0" parTransId="{A4BEF84D-E9A2-724D-B51C-1152EC505F17}" sibTransId="{A5F4C2A0-4502-AF47-A1A9-3F2F99A67C9B}"/>
    <dgm:cxn modelId="{1202BA0A-5B86-AA4A-9ACB-1EA0116C4EE3}" srcId="{3E232816-6BDE-CC4A-811C-07925A7F75E2}" destId="{7FDE47B8-22DE-034B-A859-472CAD0F2163}" srcOrd="0" destOrd="0" parTransId="{E72A5E34-B9E2-1E44-ABE0-DFE7C0AC5125}" sibTransId="{207922ED-7452-5142-9D32-343FFE2C3FAA}"/>
    <dgm:cxn modelId="{BDC2A00B-8E50-FE4F-B23A-533931781210}" type="presOf" srcId="{7FDE47B8-22DE-034B-A859-472CAD0F2163}" destId="{597584DF-434B-DC48-AB72-C7D4D35CCBDE}" srcOrd="0" destOrd="0" presId="urn:microsoft.com/office/officeart/2005/8/layout/hierarchy1"/>
    <dgm:cxn modelId="{06F67411-3EF1-0344-B5D1-C79DEDB461FE}" type="presOf" srcId="{241730F7-61CA-104B-B97E-C45D3F1DB88D}" destId="{30FE87EA-C7A1-A946-BA04-7BFD84FCA296}" srcOrd="0" destOrd="0" presId="urn:microsoft.com/office/officeart/2005/8/layout/hierarchy1"/>
    <dgm:cxn modelId="{4AC82019-739C-C241-B51E-F1AB1069308A}" type="presOf" srcId="{E49EB0BB-4386-A840-AF6E-43AC7ABD267A}" destId="{E0B33AC5-E7F3-4241-A2AC-F43595C0BCAA}" srcOrd="0" destOrd="0" presId="urn:microsoft.com/office/officeart/2005/8/layout/hierarchy1"/>
    <dgm:cxn modelId="{F5D9E51A-2CE6-E24D-81CB-7608DA0E74EE}" type="presOf" srcId="{01920263-A4C7-984B-A31D-DA4AC1FBC154}" destId="{78F81CE6-0417-584F-9D0E-9A0FF9A31DA9}" srcOrd="0" destOrd="0" presId="urn:microsoft.com/office/officeart/2005/8/layout/hierarchy1"/>
    <dgm:cxn modelId="{FB619D1C-7BB1-BC49-8754-35AF3AC1DA77}" type="presOf" srcId="{0F2F43B9-C9E8-0040-8474-6DA84DCE7BC1}" destId="{EB03EB6F-D00B-E844-8045-6BABDA385710}" srcOrd="0" destOrd="0" presId="urn:microsoft.com/office/officeart/2005/8/layout/hierarchy1"/>
    <dgm:cxn modelId="{8E01E41F-0E96-9F4F-9D14-E53FA624844F}" type="presOf" srcId="{D812262D-CCC8-1B48-9245-39C3604B87BD}" destId="{74CDDFF5-9473-4745-B427-B2F6ECD7CE9B}" srcOrd="0" destOrd="0" presId="urn:microsoft.com/office/officeart/2005/8/layout/hierarchy1"/>
    <dgm:cxn modelId="{D699DF21-0025-7548-94EE-C9F43670955A}" srcId="{CE4FF16B-6E06-5E43-94F7-FAD4C4AA9D74}" destId="{3E232816-6BDE-CC4A-811C-07925A7F75E2}" srcOrd="0" destOrd="0" parTransId="{4AD643B3-19C8-E641-AE75-8A4348AA42B8}" sibTransId="{CF3BBCEB-403F-F04C-9CE8-34DD802F632F}"/>
    <dgm:cxn modelId="{FA95AB2C-38BF-CA4C-A4A5-684393CFB8A5}" type="presOf" srcId="{CE4FF16B-6E06-5E43-94F7-FAD4C4AA9D74}" destId="{9D034F19-BE9D-8E44-B405-2552358D6590}" srcOrd="0" destOrd="0" presId="urn:microsoft.com/office/officeart/2005/8/layout/hierarchy1"/>
    <dgm:cxn modelId="{822E2732-C7F7-E442-9764-DB49AED2ADB5}" type="presOf" srcId="{1E4AB623-2D2D-3E45-AF0B-8FC3A010B907}" destId="{1D79E2E9-E898-EC46-B27A-581939934422}" srcOrd="0" destOrd="0" presId="urn:microsoft.com/office/officeart/2005/8/layout/hierarchy1"/>
    <dgm:cxn modelId="{41C2D53C-FE18-A240-986F-101B6D282456}" type="presOf" srcId="{95176BC0-156D-E245-8254-C8DAD016524C}" destId="{BDA1F650-B034-3F41-9970-CC2CB6C89C8D}" srcOrd="0" destOrd="0" presId="urn:microsoft.com/office/officeart/2005/8/layout/hierarchy1"/>
    <dgm:cxn modelId="{BE7A2B40-E8B0-0B46-BFB7-64239A0A8467}" type="presOf" srcId="{4AD643B3-19C8-E641-AE75-8A4348AA42B8}" destId="{EBC54D08-2A4E-E845-9371-57EA21602D67}" srcOrd="0" destOrd="0" presId="urn:microsoft.com/office/officeart/2005/8/layout/hierarchy1"/>
    <dgm:cxn modelId="{9865CD44-4B37-284E-9CED-DEAF2C799899}" type="presOf" srcId="{ECB54390-7F02-4647-BF7C-932D5D402181}" destId="{698F5B28-D97F-E34F-9A14-F064B7F06135}" srcOrd="0" destOrd="0" presId="urn:microsoft.com/office/officeart/2005/8/layout/hierarchy1"/>
    <dgm:cxn modelId="{CA908E5D-38B7-3040-93E3-36E373066E5D}" srcId="{3500A8AB-BFB9-CE40-983D-21EA348A24D7}" destId="{418F33B4-C96F-AF4D-BB95-CA79094A3166}" srcOrd="2" destOrd="0" parTransId="{241730F7-61CA-104B-B97E-C45D3F1DB88D}" sibTransId="{7AB9ECF2-0799-CD40-82DE-06CCD122C2D4}"/>
    <dgm:cxn modelId="{323A865E-6E33-1544-9D9F-9916596ED955}" type="presOf" srcId="{2E6E0486-64BC-B84B-AAF7-666AA900BECC}" destId="{09D89D3D-84DD-124E-8801-8F5A6BA5CF48}" srcOrd="0" destOrd="0" presId="urn:microsoft.com/office/officeart/2005/8/layout/hierarchy1"/>
    <dgm:cxn modelId="{C99ECB65-81A9-8F42-9DFF-AAE7838C629A}" type="presOf" srcId="{C0AB7101-371D-A944-853B-25264C820C77}" destId="{5BD511B0-DD60-DD4A-B654-078F259149E1}" srcOrd="0" destOrd="0" presId="urn:microsoft.com/office/officeart/2005/8/layout/hierarchy1"/>
    <dgm:cxn modelId="{1416416A-31B0-6A47-9265-25C7CDFBDD58}" type="presOf" srcId="{418F33B4-C96F-AF4D-BB95-CA79094A3166}" destId="{3541AEEB-F619-7B41-853B-FA3B8FF75B72}" srcOrd="0" destOrd="0" presId="urn:microsoft.com/office/officeart/2005/8/layout/hierarchy1"/>
    <dgm:cxn modelId="{F96A6C6C-E8FC-F147-B913-D6844E83ACBE}" type="presOf" srcId="{AEFB807A-2C9C-6340-8C53-C96335772AB7}" destId="{9A5B7022-0B19-6449-ACAA-755F17F1B107}" srcOrd="0" destOrd="0" presId="urn:microsoft.com/office/officeart/2005/8/layout/hierarchy1"/>
    <dgm:cxn modelId="{4190C672-EFD7-D941-81E9-B2F6588C3CF8}" type="presOf" srcId="{DF1E8C31-261F-984A-9218-DE7C0386AD47}" destId="{99DE6AA4-AB54-E44F-BCAF-AC99E0111100}" srcOrd="0" destOrd="0" presId="urn:microsoft.com/office/officeart/2005/8/layout/hierarchy1"/>
    <dgm:cxn modelId="{17C94375-88B1-B247-AC2E-6CB31E2ADBB6}" type="presOf" srcId="{79B65069-02E1-0D43-B94D-CDD765CE76C3}" destId="{18E33F4A-926C-9F42-B2E3-CB4A17409B12}" srcOrd="0" destOrd="0" presId="urn:microsoft.com/office/officeart/2005/8/layout/hierarchy1"/>
    <dgm:cxn modelId="{CA8E3976-E9CC-5B47-BDE2-F2D4BCD39180}" srcId="{CD0CDCC8-E0A1-2A49-B8BB-8C0AA4883921}" destId="{2E6E0486-64BC-B84B-AAF7-666AA900BECC}" srcOrd="0" destOrd="0" parTransId="{95176BC0-156D-E245-8254-C8DAD016524C}" sibTransId="{33B54619-1A11-E047-B061-647107596032}"/>
    <dgm:cxn modelId="{523CBE76-DC92-4B42-985C-E35C19E5FBED}" type="presOf" srcId="{A4BEF84D-E9A2-724D-B51C-1152EC505F17}" destId="{F1DAFB20-CC41-0346-A3FB-07756C012772}" srcOrd="0" destOrd="0" presId="urn:microsoft.com/office/officeart/2005/8/layout/hierarchy1"/>
    <dgm:cxn modelId="{2D53057F-74E4-C64F-BE07-D90E523A208B}" srcId="{3E232816-6BDE-CC4A-811C-07925A7F75E2}" destId="{CD0CDCC8-E0A1-2A49-B8BB-8C0AA4883921}" srcOrd="1" destOrd="0" parTransId="{DF1E8C31-261F-984A-9218-DE7C0386AD47}" sibTransId="{868591D5-5044-B946-9890-5B092AA10A1D}"/>
    <dgm:cxn modelId="{81DBB085-B5A2-1D42-B46D-046CFE5E9A99}" srcId="{FC423424-5D63-7441-8572-2715C83806FA}" destId="{1E4AB623-2D2D-3E45-AF0B-8FC3A010B907}" srcOrd="0" destOrd="0" parTransId="{E5222478-73F1-A64F-B9DA-066E972858BC}" sibTransId="{45B7F5D6-95FE-5940-813D-C8A56FD5C898}"/>
    <dgm:cxn modelId="{E1FC4387-BB95-B743-B23F-B2419A304ABB}" type="presOf" srcId="{52D37A0C-6D1F-F242-9391-01EE04F93545}" destId="{4F411287-0BBC-5E4F-97AD-A96A18552E8D}" srcOrd="0" destOrd="0" presId="urn:microsoft.com/office/officeart/2005/8/layout/hierarchy1"/>
    <dgm:cxn modelId="{FA817C8D-6049-BD4D-AAE8-0FC9BED42E34}" type="presOf" srcId="{468BAFE5-F0A5-E04B-8237-24B51AE24930}" destId="{774523B2-CE53-DA41-B202-52927140BCCF}" srcOrd="0" destOrd="0" presId="urn:microsoft.com/office/officeart/2005/8/layout/hierarchy1"/>
    <dgm:cxn modelId="{A5F80C93-DFE9-BB48-A40C-99E487E99913}" type="presOf" srcId="{FC423424-5D63-7441-8572-2715C83806FA}" destId="{561D759D-A6C8-7A49-B222-92308E32910B}" srcOrd="0" destOrd="0" presId="urn:microsoft.com/office/officeart/2005/8/layout/hierarchy1"/>
    <dgm:cxn modelId="{AFBDBF9E-BFE7-EC48-AE00-1CE2997C57DC}" srcId="{CE4FF16B-6E06-5E43-94F7-FAD4C4AA9D74}" destId="{ECB54390-7F02-4647-BF7C-932D5D402181}" srcOrd="1" destOrd="0" parTransId="{097D0321-7546-FB43-A090-B84C26238D2D}" sibTransId="{2426E65D-B0C0-6043-BF9A-573E3029D730}"/>
    <dgm:cxn modelId="{129BC9A0-BBFB-364B-A4BE-CCA9C1E4C536}" srcId="{CE4FF16B-6E06-5E43-94F7-FAD4C4AA9D74}" destId="{01920263-A4C7-984B-A31D-DA4AC1FBC154}" srcOrd="2" destOrd="0" parTransId="{AEFB807A-2C9C-6340-8C53-C96335772AB7}" sibTransId="{CC5675D5-5F2A-3840-9793-47B3DE25CE2F}"/>
    <dgm:cxn modelId="{5B7494A1-5AF5-7D4E-92B0-4BF0AC836081}" srcId="{3500A8AB-BFB9-CE40-983D-21EA348A24D7}" destId="{0F2F43B9-C9E8-0040-8474-6DA84DCE7BC1}" srcOrd="1" destOrd="0" parTransId="{37C5F577-C870-1B46-97CA-561232E1895C}" sibTransId="{F85B54CB-DC4E-A94E-BCBA-F99DB7B6957B}"/>
    <dgm:cxn modelId="{E94FB7A3-9369-2A47-B52B-2D77420DA76A}" type="presOf" srcId="{688C228F-BD87-3945-86EB-126BC61041D7}" destId="{FE007B2E-5B34-A248-AE60-6FF231CE7E65}" srcOrd="0" destOrd="0" presId="urn:microsoft.com/office/officeart/2005/8/layout/hierarchy1"/>
    <dgm:cxn modelId="{0E0A4AA6-1323-F141-9F9F-5B325845E0D3}" type="presOf" srcId="{3DA92C5C-5F5B-3D42-8012-0921A97EAE38}" destId="{09AEC500-3424-4943-9823-605CB4D13D9F}" srcOrd="0" destOrd="0" presId="urn:microsoft.com/office/officeart/2005/8/layout/hierarchy1"/>
    <dgm:cxn modelId="{DE6E25AA-2E27-4E4F-9772-C452937B880C}" type="presOf" srcId="{CD0CDCC8-E0A1-2A49-B8BB-8C0AA4883921}" destId="{65E6CB5A-9E5E-9148-A435-6A01D77BF049}" srcOrd="0" destOrd="0" presId="urn:microsoft.com/office/officeart/2005/8/layout/hierarchy1"/>
    <dgm:cxn modelId="{28D421AE-3EE4-D64C-8E86-1AD5C7E006E1}" type="presOf" srcId="{3E232816-6BDE-CC4A-811C-07925A7F75E2}" destId="{1365893D-45E8-D248-AB8B-1A1B05DBA619}" srcOrd="0" destOrd="0" presId="urn:microsoft.com/office/officeart/2005/8/layout/hierarchy1"/>
    <dgm:cxn modelId="{B49A8DAF-A0ED-F84E-A8F9-BA8A8A222361}" type="presOf" srcId="{BC5C454B-F951-C54A-AA89-F893EF002E75}" destId="{68A62BB7-36FE-7149-8A32-5A1D27C22D74}" srcOrd="0" destOrd="0" presId="urn:microsoft.com/office/officeart/2005/8/layout/hierarchy1"/>
    <dgm:cxn modelId="{BBA4D2B2-CE82-BD48-828D-DA34B0EB4C46}" type="presOf" srcId="{0E74DD1B-67C6-0440-A55F-88416FEF2D7F}" destId="{9D7EAAB5-7EA5-9545-8551-282062324F4E}" srcOrd="0" destOrd="0" presId="urn:microsoft.com/office/officeart/2005/8/layout/hierarchy1"/>
    <dgm:cxn modelId="{B0838BBB-8294-9A41-AE4F-6F0563D4EB2A}" type="presOf" srcId="{E5222478-73F1-A64F-B9DA-066E972858BC}" destId="{C5C4D807-B5FE-4143-BECC-CFA53000F606}" srcOrd="0" destOrd="0" presId="urn:microsoft.com/office/officeart/2005/8/layout/hierarchy1"/>
    <dgm:cxn modelId="{17DBF2BC-51FE-7C4F-AE4E-9D705F67CC4E}" type="presOf" srcId="{097D0321-7546-FB43-A090-B84C26238D2D}" destId="{0401DAA5-1321-554B-B3BB-86A402BE9C62}" srcOrd="0" destOrd="0" presId="urn:microsoft.com/office/officeart/2005/8/layout/hierarchy1"/>
    <dgm:cxn modelId="{12D265BD-C5F8-104A-B670-AF939A69F9B0}" srcId="{3500A8AB-BFB9-CE40-983D-21EA348A24D7}" destId="{D141CABA-7BE6-0644-8D86-C411B0DECBC4}" srcOrd="0" destOrd="0" parTransId="{0E74DD1B-67C6-0440-A55F-88416FEF2D7F}" sibTransId="{8F288B68-10FE-C644-9D42-87E8EC250B3E}"/>
    <dgm:cxn modelId="{F790F1C3-AD1F-4241-871F-1F3BB623E357}" srcId="{FC423424-5D63-7441-8572-2715C83806FA}" destId="{79B65069-02E1-0D43-B94D-CDD765CE76C3}" srcOrd="1" destOrd="0" parTransId="{468BAFE5-F0A5-E04B-8237-24B51AE24930}" sibTransId="{68C90574-5E5B-D240-A227-3BFE97455172}"/>
    <dgm:cxn modelId="{D24E33C5-4744-FC4F-B910-401CD2212CCC}" srcId="{52D37A0C-6D1F-F242-9391-01EE04F93545}" destId="{CE4FF16B-6E06-5E43-94F7-FAD4C4AA9D74}" srcOrd="0" destOrd="0" parTransId="{4B904D77-D2B9-1E4F-A5EF-A3DE762E39C9}" sibTransId="{B9EB85DB-26C6-0D42-B86D-580952D03D65}"/>
    <dgm:cxn modelId="{76D39FC5-657E-644D-B1F2-296ADD081A23}" srcId="{CD0CDCC8-E0A1-2A49-B8BB-8C0AA4883921}" destId="{3500A8AB-BFB9-CE40-983D-21EA348A24D7}" srcOrd="2" destOrd="0" parTransId="{688C228F-BD87-3945-86EB-126BC61041D7}" sibTransId="{198D3458-3357-AE41-A424-0728785A6E79}"/>
    <dgm:cxn modelId="{4A9936C6-61EB-D54E-8C0A-0778CAA58EDE}" srcId="{CE4FF16B-6E06-5E43-94F7-FAD4C4AA9D74}" destId="{BC5C454B-F951-C54A-AA89-F893EF002E75}" srcOrd="3" destOrd="0" parTransId="{3DA92C5C-5F5B-3D42-8012-0921A97EAE38}" sibTransId="{A7285A28-30D9-1945-9628-BEF775D04C9C}"/>
    <dgm:cxn modelId="{265E22DC-2AF3-8E4E-9D22-7010B1F4C8F7}" type="presOf" srcId="{3500A8AB-BFB9-CE40-983D-21EA348A24D7}" destId="{29D1367E-9C35-1F4B-A5A7-B10448363D39}" srcOrd="0" destOrd="0" presId="urn:microsoft.com/office/officeart/2005/8/layout/hierarchy1"/>
    <dgm:cxn modelId="{18FE0BE4-BC84-3E4E-9443-39D680209AC7}" srcId="{418F33B4-C96F-AF4D-BB95-CA79094A3166}" destId="{FC423424-5D63-7441-8572-2715C83806FA}" srcOrd="1" destOrd="0" parTransId="{D00CE0DD-7FC0-F742-B9CE-7F9750218958}" sibTransId="{5003E118-8176-0D40-9A74-4217E11E8083}"/>
    <dgm:cxn modelId="{432E21F4-FD62-AD40-AF1A-A17591F8FA9E}" type="presOf" srcId="{D141CABA-7BE6-0644-8D86-C411B0DECBC4}" destId="{EF853E39-7AB8-2344-AD5A-A414181FE71B}" srcOrd="0" destOrd="0" presId="urn:microsoft.com/office/officeart/2005/8/layout/hierarchy1"/>
    <dgm:cxn modelId="{B319A7F8-23CD-8540-A412-6892008B8E15}" type="presOf" srcId="{E72A5E34-B9E2-1E44-ABE0-DFE7C0AC5125}" destId="{3CB415AC-7B80-BA4F-960D-828936FE8FF3}" srcOrd="0" destOrd="0" presId="urn:microsoft.com/office/officeart/2005/8/layout/hierarchy1"/>
    <dgm:cxn modelId="{AF0784FD-4753-0442-8091-03612574396F}" type="presOf" srcId="{D00CE0DD-7FC0-F742-B9CE-7F9750218958}" destId="{72D39282-5208-774F-BCAB-7145EE5CE648}" srcOrd="0" destOrd="0" presId="urn:microsoft.com/office/officeart/2005/8/layout/hierarchy1"/>
    <dgm:cxn modelId="{33871911-2FCD-0F4D-AD55-49A4EE26BE34}" type="presParOf" srcId="{4F411287-0BBC-5E4F-97AD-A96A18552E8D}" destId="{2C047A94-FDC3-564D-B354-0127B8119078}" srcOrd="0" destOrd="0" presId="urn:microsoft.com/office/officeart/2005/8/layout/hierarchy1"/>
    <dgm:cxn modelId="{5839BCA6-1C00-4441-B934-00C731A57A1C}" type="presParOf" srcId="{2C047A94-FDC3-564D-B354-0127B8119078}" destId="{0FDF4A8D-2F35-974A-8ACB-3631BC98D193}" srcOrd="0" destOrd="0" presId="urn:microsoft.com/office/officeart/2005/8/layout/hierarchy1"/>
    <dgm:cxn modelId="{9631BB96-1115-F04E-BD59-153105A2EBBF}" type="presParOf" srcId="{0FDF4A8D-2F35-974A-8ACB-3631BC98D193}" destId="{CEBBEFF2-4BA2-F148-99EB-45E44549DA47}" srcOrd="0" destOrd="0" presId="urn:microsoft.com/office/officeart/2005/8/layout/hierarchy1"/>
    <dgm:cxn modelId="{876908F4-21E1-034F-9A83-D64BB05059CA}" type="presParOf" srcId="{0FDF4A8D-2F35-974A-8ACB-3631BC98D193}" destId="{9D034F19-BE9D-8E44-B405-2552358D6590}" srcOrd="1" destOrd="0" presId="urn:microsoft.com/office/officeart/2005/8/layout/hierarchy1"/>
    <dgm:cxn modelId="{0641F65C-769A-A542-988C-CA3A381AFA2B}" type="presParOf" srcId="{2C047A94-FDC3-564D-B354-0127B8119078}" destId="{8B888F22-3BEA-CB48-8369-5E96D274EDE9}" srcOrd="1" destOrd="0" presId="urn:microsoft.com/office/officeart/2005/8/layout/hierarchy1"/>
    <dgm:cxn modelId="{93F42740-9EDC-144E-AC2B-10C063C81946}" type="presParOf" srcId="{8B888F22-3BEA-CB48-8369-5E96D274EDE9}" destId="{EBC54D08-2A4E-E845-9371-57EA21602D67}" srcOrd="0" destOrd="0" presId="urn:microsoft.com/office/officeart/2005/8/layout/hierarchy1"/>
    <dgm:cxn modelId="{343F94FF-8A31-D14A-87DC-F373D5C15FFD}" type="presParOf" srcId="{8B888F22-3BEA-CB48-8369-5E96D274EDE9}" destId="{C69F369F-233C-1742-B870-681F853891D5}" srcOrd="1" destOrd="0" presId="urn:microsoft.com/office/officeart/2005/8/layout/hierarchy1"/>
    <dgm:cxn modelId="{EDCBCE68-CB16-6045-8B20-DDC181B69A3C}" type="presParOf" srcId="{C69F369F-233C-1742-B870-681F853891D5}" destId="{26B2EDD4-C3C8-8A4F-8F05-03B8F1D446D8}" srcOrd="0" destOrd="0" presId="urn:microsoft.com/office/officeart/2005/8/layout/hierarchy1"/>
    <dgm:cxn modelId="{615C2FA8-A822-4B40-A020-97303D263DCC}" type="presParOf" srcId="{26B2EDD4-C3C8-8A4F-8F05-03B8F1D446D8}" destId="{2E78A191-E590-1241-B021-5282D45BDAFD}" srcOrd="0" destOrd="0" presId="urn:microsoft.com/office/officeart/2005/8/layout/hierarchy1"/>
    <dgm:cxn modelId="{06718892-0B02-1140-95D8-9D5ED1237832}" type="presParOf" srcId="{26B2EDD4-C3C8-8A4F-8F05-03B8F1D446D8}" destId="{1365893D-45E8-D248-AB8B-1A1B05DBA619}" srcOrd="1" destOrd="0" presId="urn:microsoft.com/office/officeart/2005/8/layout/hierarchy1"/>
    <dgm:cxn modelId="{8C2DA18D-46A8-D240-9536-3DC5DFFF1D92}" type="presParOf" srcId="{C69F369F-233C-1742-B870-681F853891D5}" destId="{A48B3A12-E115-2144-8063-03DD072CC434}" srcOrd="1" destOrd="0" presId="urn:microsoft.com/office/officeart/2005/8/layout/hierarchy1"/>
    <dgm:cxn modelId="{BCA60D99-FABC-2C47-AA87-859B351AF1D7}" type="presParOf" srcId="{A48B3A12-E115-2144-8063-03DD072CC434}" destId="{3CB415AC-7B80-BA4F-960D-828936FE8FF3}" srcOrd="0" destOrd="0" presId="urn:microsoft.com/office/officeart/2005/8/layout/hierarchy1"/>
    <dgm:cxn modelId="{20AD2DFD-F8B1-B345-BA3A-3979C1857DAD}" type="presParOf" srcId="{A48B3A12-E115-2144-8063-03DD072CC434}" destId="{9651A75F-E898-5549-A160-1DBC22422525}" srcOrd="1" destOrd="0" presId="urn:microsoft.com/office/officeart/2005/8/layout/hierarchy1"/>
    <dgm:cxn modelId="{F7FDC9DE-F46A-3A47-AC99-9614A8A449B2}" type="presParOf" srcId="{9651A75F-E898-5549-A160-1DBC22422525}" destId="{DCF65F04-59FA-154B-B53A-76CB83B61C7C}" srcOrd="0" destOrd="0" presId="urn:microsoft.com/office/officeart/2005/8/layout/hierarchy1"/>
    <dgm:cxn modelId="{FD8155B5-1E53-5B4D-B764-1D0AAFA4730E}" type="presParOf" srcId="{DCF65F04-59FA-154B-B53A-76CB83B61C7C}" destId="{7BABC9D1-BC71-CE48-A31A-42849D36FEEB}" srcOrd="0" destOrd="0" presId="urn:microsoft.com/office/officeart/2005/8/layout/hierarchy1"/>
    <dgm:cxn modelId="{9667EE5D-D6FD-8D4F-B2DE-594E13C45E73}" type="presParOf" srcId="{DCF65F04-59FA-154B-B53A-76CB83B61C7C}" destId="{597584DF-434B-DC48-AB72-C7D4D35CCBDE}" srcOrd="1" destOrd="0" presId="urn:microsoft.com/office/officeart/2005/8/layout/hierarchy1"/>
    <dgm:cxn modelId="{FDB5F4B6-14A5-4F47-89BF-489DFA51494A}" type="presParOf" srcId="{9651A75F-E898-5549-A160-1DBC22422525}" destId="{1DC60D1F-E821-044E-B188-4960CB9A1CCA}" srcOrd="1" destOrd="0" presId="urn:microsoft.com/office/officeart/2005/8/layout/hierarchy1"/>
    <dgm:cxn modelId="{C1FA21C1-683E-8943-9D75-FB9B45AD9EBD}" type="presParOf" srcId="{A48B3A12-E115-2144-8063-03DD072CC434}" destId="{99DE6AA4-AB54-E44F-BCAF-AC99E0111100}" srcOrd="2" destOrd="0" presId="urn:microsoft.com/office/officeart/2005/8/layout/hierarchy1"/>
    <dgm:cxn modelId="{2586D64E-BB5A-BE49-BAB0-655A373AF8C3}" type="presParOf" srcId="{A48B3A12-E115-2144-8063-03DD072CC434}" destId="{A94C29B1-389D-C443-8F58-F68B57C84187}" srcOrd="3" destOrd="0" presId="urn:microsoft.com/office/officeart/2005/8/layout/hierarchy1"/>
    <dgm:cxn modelId="{ED2FB02F-B15C-F74F-BEF2-3FC458A9478A}" type="presParOf" srcId="{A94C29B1-389D-C443-8F58-F68B57C84187}" destId="{28489005-67E2-8142-B886-61AA7A027291}" srcOrd="0" destOrd="0" presId="urn:microsoft.com/office/officeart/2005/8/layout/hierarchy1"/>
    <dgm:cxn modelId="{47788D18-80CC-CE4B-B2CE-126B91807C59}" type="presParOf" srcId="{28489005-67E2-8142-B886-61AA7A027291}" destId="{BC5BA88A-F797-4645-8464-044F4AC387D2}" srcOrd="0" destOrd="0" presId="urn:microsoft.com/office/officeart/2005/8/layout/hierarchy1"/>
    <dgm:cxn modelId="{35B937E6-68BC-C044-8271-FDEA598A1DBE}" type="presParOf" srcId="{28489005-67E2-8142-B886-61AA7A027291}" destId="{65E6CB5A-9E5E-9148-A435-6A01D77BF049}" srcOrd="1" destOrd="0" presId="urn:microsoft.com/office/officeart/2005/8/layout/hierarchy1"/>
    <dgm:cxn modelId="{4F0BAC3B-525A-DD43-90A3-542296603BA4}" type="presParOf" srcId="{A94C29B1-389D-C443-8F58-F68B57C84187}" destId="{700C354D-9282-264D-BAC1-469BFC9C10F8}" srcOrd="1" destOrd="0" presId="urn:microsoft.com/office/officeart/2005/8/layout/hierarchy1"/>
    <dgm:cxn modelId="{AB87610A-B956-9847-A191-0484D53747F3}" type="presParOf" srcId="{700C354D-9282-264D-BAC1-469BFC9C10F8}" destId="{BDA1F650-B034-3F41-9970-CC2CB6C89C8D}" srcOrd="0" destOrd="0" presId="urn:microsoft.com/office/officeart/2005/8/layout/hierarchy1"/>
    <dgm:cxn modelId="{84CE7B8B-CD61-314F-9A0A-2E715A9B3D48}" type="presParOf" srcId="{700C354D-9282-264D-BAC1-469BFC9C10F8}" destId="{E0CB24DA-C85F-AB45-A4B7-4BC73186809B}" srcOrd="1" destOrd="0" presId="urn:microsoft.com/office/officeart/2005/8/layout/hierarchy1"/>
    <dgm:cxn modelId="{326642A4-A80B-8A4C-AFD8-A5D3B7EA1C3D}" type="presParOf" srcId="{E0CB24DA-C85F-AB45-A4B7-4BC73186809B}" destId="{7338B946-5F3B-B442-B621-655B1BBC18D6}" srcOrd="0" destOrd="0" presId="urn:microsoft.com/office/officeart/2005/8/layout/hierarchy1"/>
    <dgm:cxn modelId="{F5F9961E-23A0-AF46-AC58-E86BCE113686}" type="presParOf" srcId="{7338B946-5F3B-B442-B621-655B1BBC18D6}" destId="{E407BF8F-B10D-C246-B75C-8258877EDD08}" srcOrd="0" destOrd="0" presId="urn:microsoft.com/office/officeart/2005/8/layout/hierarchy1"/>
    <dgm:cxn modelId="{50C9A1C1-A157-B544-B95F-E0AAFE941744}" type="presParOf" srcId="{7338B946-5F3B-B442-B621-655B1BBC18D6}" destId="{09D89D3D-84DD-124E-8801-8F5A6BA5CF48}" srcOrd="1" destOrd="0" presId="urn:microsoft.com/office/officeart/2005/8/layout/hierarchy1"/>
    <dgm:cxn modelId="{95ABB31B-9505-F54F-9C0B-DB955B609EE5}" type="presParOf" srcId="{E0CB24DA-C85F-AB45-A4B7-4BC73186809B}" destId="{D59FF678-CB87-784E-B114-C3F357346633}" srcOrd="1" destOrd="0" presId="urn:microsoft.com/office/officeart/2005/8/layout/hierarchy1"/>
    <dgm:cxn modelId="{F0942920-914E-DB42-8E2E-43E939BA2D0C}" type="presParOf" srcId="{700C354D-9282-264D-BAC1-469BFC9C10F8}" destId="{F1DAFB20-CC41-0346-A3FB-07756C012772}" srcOrd="2" destOrd="0" presId="urn:microsoft.com/office/officeart/2005/8/layout/hierarchy1"/>
    <dgm:cxn modelId="{1A4AFA29-6C14-5443-A714-F9DFA5933DE1}" type="presParOf" srcId="{700C354D-9282-264D-BAC1-469BFC9C10F8}" destId="{B88679E7-D41C-5D4C-8544-42C1446F972D}" srcOrd="3" destOrd="0" presId="urn:microsoft.com/office/officeart/2005/8/layout/hierarchy1"/>
    <dgm:cxn modelId="{C1DF1869-D542-7542-8890-5486D187F974}" type="presParOf" srcId="{B88679E7-D41C-5D4C-8544-42C1446F972D}" destId="{33B758C8-8DDD-3145-A936-DFC3CAFCB5B7}" srcOrd="0" destOrd="0" presId="urn:microsoft.com/office/officeart/2005/8/layout/hierarchy1"/>
    <dgm:cxn modelId="{99D72F5A-C40A-DD4F-9B97-1F0264AD3865}" type="presParOf" srcId="{33B758C8-8DDD-3145-A936-DFC3CAFCB5B7}" destId="{151A3B40-48B6-6C47-BFC2-60E0D62C9074}" srcOrd="0" destOrd="0" presId="urn:microsoft.com/office/officeart/2005/8/layout/hierarchy1"/>
    <dgm:cxn modelId="{B38D334F-D262-CF4B-9252-B3673DC2AB53}" type="presParOf" srcId="{33B758C8-8DDD-3145-A936-DFC3CAFCB5B7}" destId="{E0B33AC5-E7F3-4241-A2AC-F43595C0BCAA}" srcOrd="1" destOrd="0" presId="urn:microsoft.com/office/officeart/2005/8/layout/hierarchy1"/>
    <dgm:cxn modelId="{FA7BD368-9BED-5A40-AF07-55CAB89358C4}" type="presParOf" srcId="{B88679E7-D41C-5D4C-8544-42C1446F972D}" destId="{B5497F3D-C49B-8C4C-8DA0-7C545C819595}" srcOrd="1" destOrd="0" presId="urn:microsoft.com/office/officeart/2005/8/layout/hierarchy1"/>
    <dgm:cxn modelId="{BFF16CA8-4019-A94A-A079-FA699F517EED}" type="presParOf" srcId="{700C354D-9282-264D-BAC1-469BFC9C10F8}" destId="{FE007B2E-5B34-A248-AE60-6FF231CE7E65}" srcOrd="4" destOrd="0" presId="urn:microsoft.com/office/officeart/2005/8/layout/hierarchy1"/>
    <dgm:cxn modelId="{54FCB563-843C-7547-BCE3-EAFEB5EDD705}" type="presParOf" srcId="{700C354D-9282-264D-BAC1-469BFC9C10F8}" destId="{9B85DFC0-1ADF-B94D-8A7D-D4E61750223F}" srcOrd="5" destOrd="0" presId="urn:microsoft.com/office/officeart/2005/8/layout/hierarchy1"/>
    <dgm:cxn modelId="{1FD345A1-17E0-2948-B78E-D59F9BC82F63}" type="presParOf" srcId="{9B85DFC0-1ADF-B94D-8A7D-D4E61750223F}" destId="{D33C527E-06AF-7041-9390-3E2618A22303}" srcOrd="0" destOrd="0" presId="urn:microsoft.com/office/officeart/2005/8/layout/hierarchy1"/>
    <dgm:cxn modelId="{59CD5404-9124-3840-9648-42173D0B47F7}" type="presParOf" srcId="{D33C527E-06AF-7041-9390-3E2618A22303}" destId="{696095EB-A427-214A-A6FB-171613C06280}" srcOrd="0" destOrd="0" presId="urn:microsoft.com/office/officeart/2005/8/layout/hierarchy1"/>
    <dgm:cxn modelId="{48CAAF98-3A25-C340-866A-73C68EE909FD}" type="presParOf" srcId="{D33C527E-06AF-7041-9390-3E2618A22303}" destId="{29D1367E-9C35-1F4B-A5A7-B10448363D39}" srcOrd="1" destOrd="0" presId="urn:microsoft.com/office/officeart/2005/8/layout/hierarchy1"/>
    <dgm:cxn modelId="{C5841432-2DB5-A641-8901-3977A513E89F}" type="presParOf" srcId="{9B85DFC0-1ADF-B94D-8A7D-D4E61750223F}" destId="{5AF39403-11DD-7A42-B76F-12E2AE207D66}" srcOrd="1" destOrd="0" presId="urn:microsoft.com/office/officeart/2005/8/layout/hierarchy1"/>
    <dgm:cxn modelId="{1521B2FE-7711-BF42-B3A7-3B3B5E3721D9}" type="presParOf" srcId="{5AF39403-11DD-7A42-B76F-12E2AE207D66}" destId="{9D7EAAB5-7EA5-9545-8551-282062324F4E}" srcOrd="0" destOrd="0" presId="urn:microsoft.com/office/officeart/2005/8/layout/hierarchy1"/>
    <dgm:cxn modelId="{5CC7C5BC-E95B-954C-A6DF-6D291CC306E6}" type="presParOf" srcId="{5AF39403-11DD-7A42-B76F-12E2AE207D66}" destId="{4A6CA8AE-B65C-4D45-8BD0-C25EAA96BBA9}" srcOrd="1" destOrd="0" presId="urn:microsoft.com/office/officeart/2005/8/layout/hierarchy1"/>
    <dgm:cxn modelId="{D19DEE34-3692-F94D-B29C-BD4210860290}" type="presParOf" srcId="{4A6CA8AE-B65C-4D45-8BD0-C25EAA96BBA9}" destId="{B90C2F72-D5E2-C946-B931-C4B555589C22}" srcOrd="0" destOrd="0" presId="urn:microsoft.com/office/officeart/2005/8/layout/hierarchy1"/>
    <dgm:cxn modelId="{9CD84AEE-6B08-6841-AB9F-821D188AEA00}" type="presParOf" srcId="{B90C2F72-D5E2-C946-B931-C4B555589C22}" destId="{A0AD9054-23CB-8E46-B289-CDF375DAA6CD}" srcOrd="0" destOrd="0" presId="urn:microsoft.com/office/officeart/2005/8/layout/hierarchy1"/>
    <dgm:cxn modelId="{9E1F3495-EF3A-6242-85E1-B43F85092E4B}" type="presParOf" srcId="{B90C2F72-D5E2-C946-B931-C4B555589C22}" destId="{EF853E39-7AB8-2344-AD5A-A414181FE71B}" srcOrd="1" destOrd="0" presId="urn:microsoft.com/office/officeart/2005/8/layout/hierarchy1"/>
    <dgm:cxn modelId="{3D5FB680-FE85-454F-BD90-355DA2AA08CE}" type="presParOf" srcId="{4A6CA8AE-B65C-4D45-8BD0-C25EAA96BBA9}" destId="{A1FAA20F-1810-FC44-A0A7-E0E7C686669E}" srcOrd="1" destOrd="0" presId="urn:microsoft.com/office/officeart/2005/8/layout/hierarchy1"/>
    <dgm:cxn modelId="{5AA47489-2150-9E4C-BC71-E698D2039988}" type="presParOf" srcId="{5AF39403-11DD-7A42-B76F-12E2AE207D66}" destId="{8F7220B6-1DD3-5147-87ED-1688C03BB6D0}" srcOrd="2" destOrd="0" presId="urn:microsoft.com/office/officeart/2005/8/layout/hierarchy1"/>
    <dgm:cxn modelId="{936CF2E7-EF24-284C-B628-085B86F7F034}" type="presParOf" srcId="{5AF39403-11DD-7A42-B76F-12E2AE207D66}" destId="{7610BE42-E202-674D-A392-04815DC5A03F}" srcOrd="3" destOrd="0" presId="urn:microsoft.com/office/officeart/2005/8/layout/hierarchy1"/>
    <dgm:cxn modelId="{A51788EE-B845-144F-BA6F-93A288491BEE}" type="presParOf" srcId="{7610BE42-E202-674D-A392-04815DC5A03F}" destId="{E602C64D-A67E-9942-9491-A29487B621D2}" srcOrd="0" destOrd="0" presId="urn:microsoft.com/office/officeart/2005/8/layout/hierarchy1"/>
    <dgm:cxn modelId="{2588FE08-4227-6149-9932-2DFA7369EC97}" type="presParOf" srcId="{E602C64D-A67E-9942-9491-A29487B621D2}" destId="{74D000CB-B371-8C45-AF9B-FB32EE3E63E7}" srcOrd="0" destOrd="0" presId="urn:microsoft.com/office/officeart/2005/8/layout/hierarchy1"/>
    <dgm:cxn modelId="{1FC4416C-307D-A746-A8AB-D111A7FCCCBE}" type="presParOf" srcId="{E602C64D-A67E-9942-9491-A29487B621D2}" destId="{EB03EB6F-D00B-E844-8045-6BABDA385710}" srcOrd="1" destOrd="0" presId="urn:microsoft.com/office/officeart/2005/8/layout/hierarchy1"/>
    <dgm:cxn modelId="{0D9452B3-22DB-D840-8400-FF5EEC09726F}" type="presParOf" srcId="{7610BE42-E202-674D-A392-04815DC5A03F}" destId="{748BA738-2B43-1248-A9FA-0A55B099043E}" srcOrd="1" destOrd="0" presId="urn:microsoft.com/office/officeart/2005/8/layout/hierarchy1"/>
    <dgm:cxn modelId="{90BFF087-E2F8-0347-8D8C-631AFFBD1064}" type="presParOf" srcId="{5AF39403-11DD-7A42-B76F-12E2AE207D66}" destId="{30FE87EA-C7A1-A946-BA04-7BFD84FCA296}" srcOrd="4" destOrd="0" presId="urn:microsoft.com/office/officeart/2005/8/layout/hierarchy1"/>
    <dgm:cxn modelId="{3D0F1E90-32AC-264E-9485-A0D0D68370E8}" type="presParOf" srcId="{5AF39403-11DD-7A42-B76F-12E2AE207D66}" destId="{AC1F6220-D22D-2F42-B000-F096374C7838}" srcOrd="5" destOrd="0" presId="urn:microsoft.com/office/officeart/2005/8/layout/hierarchy1"/>
    <dgm:cxn modelId="{ACD4061F-6085-8D4B-8922-420A8447DD14}" type="presParOf" srcId="{AC1F6220-D22D-2F42-B000-F096374C7838}" destId="{38FE5CB1-EE07-2F4F-A08B-BD93B45B5B23}" srcOrd="0" destOrd="0" presId="urn:microsoft.com/office/officeart/2005/8/layout/hierarchy1"/>
    <dgm:cxn modelId="{AC48FA98-573C-5946-860E-63BFC373912B}" type="presParOf" srcId="{38FE5CB1-EE07-2F4F-A08B-BD93B45B5B23}" destId="{31CDE845-C0AE-E543-94B8-26C8A6AE5E76}" srcOrd="0" destOrd="0" presId="urn:microsoft.com/office/officeart/2005/8/layout/hierarchy1"/>
    <dgm:cxn modelId="{366604DE-4465-FF4F-BFAA-397DB68794E8}" type="presParOf" srcId="{38FE5CB1-EE07-2F4F-A08B-BD93B45B5B23}" destId="{3541AEEB-F619-7B41-853B-FA3B8FF75B72}" srcOrd="1" destOrd="0" presId="urn:microsoft.com/office/officeart/2005/8/layout/hierarchy1"/>
    <dgm:cxn modelId="{613899FA-226A-8B4A-9678-E2A8E78A1DF5}" type="presParOf" srcId="{AC1F6220-D22D-2F42-B000-F096374C7838}" destId="{7C0B2D1D-E883-5D40-B149-EAF379864251}" srcOrd="1" destOrd="0" presId="urn:microsoft.com/office/officeart/2005/8/layout/hierarchy1"/>
    <dgm:cxn modelId="{1213BF1D-D376-5246-A3F0-629B472F6EC3}" type="presParOf" srcId="{7C0B2D1D-E883-5D40-B149-EAF379864251}" destId="{74CDDFF5-9473-4745-B427-B2F6ECD7CE9B}" srcOrd="0" destOrd="0" presId="urn:microsoft.com/office/officeart/2005/8/layout/hierarchy1"/>
    <dgm:cxn modelId="{055343F2-1B10-B742-A7E0-EBA9ACE3AD89}" type="presParOf" srcId="{7C0B2D1D-E883-5D40-B149-EAF379864251}" destId="{9B5A4289-C297-2B41-99AD-30915BAA0678}" srcOrd="1" destOrd="0" presId="urn:microsoft.com/office/officeart/2005/8/layout/hierarchy1"/>
    <dgm:cxn modelId="{12841CA8-9297-C840-A395-9A7DCCC83A8B}" type="presParOf" srcId="{9B5A4289-C297-2B41-99AD-30915BAA0678}" destId="{B1738E67-426F-FA4B-9A24-91FBDA1D175C}" srcOrd="0" destOrd="0" presId="urn:microsoft.com/office/officeart/2005/8/layout/hierarchy1"/>
    <dgm:cxn modelId="{E025F478-FA2C-D849-80D8-7D0772FC71D5}" type="presParOf" srcId="{B1738E67-426F-FA4B-9A24-91FBDA1D175C}" destId="{DA1B578A-6F7D-FA4B-A0BE-D333C1D56722}" srcOrd="0" destOrd="0" presId="urn:microsoft.com/office/officeart/2005/8/layout/hierarchy1"/>
    <dgm:cxn modelId="{EA4B5F60-4AF6-7E48-82B7-296107661104}" type="presParOf" srcId="{B1738E67-426F-FA4B-9A24-91FBDA1D175C}" destId="{5BD511B0-DD60-DD4A-B654-078F259149E1}" srcOrd="1" destOrd="0" presId="urn:microsoft.com/office/officeart/2005/8/layout/hierarchy1"/>
    <dgm:cxn modelId="{8FEDAB96-A60D-344F-A842-E34C7308B1A5}" type="presParOf" srcId="{9B5A4289-C297-2B41-99AD-30915BAA0678}" destId="{4B7ABAC6-6DBF-DD4F-8693-04EFA3CBBF62}" srcOrd="1" destOrd="0" presId="urn:microsoft.com/office/officeart/2005/8/layout/hierarchy1"/>
    <dgm:cxn modelId="{A8ED0B71-6ECA-094A-8B9F-2FF5F897C435}" type="presParOf" srcId="{7C0B2D1D-E883-5D40-B149-EAF379864251}" destId="{72D39282-5208-774F-BCAB-7145EE5CE648}" srcOrd="2" destOrd="0" presId="urn:microsoft.com/office/officeart/2005/8/layout/hierarchy1"/>
    <dgm:cxn modelId="{CB8BAAA3-766A-2341-833A-EDAA2BD836A6}" type="presParOf" srcId="{7C0B2D1D-E883-5D40-B149-EAF379864251}" destId="{FB9D4780-D342-274F-AFF8-146760C2E71B}" srcOrd="3" destOrd="0" presId="urn:microsoft.com/office/officeart/2005/8/layout/hierarchy1"/>
    <dgm:cxn modelId="{CF460ECE-E5B9-F746-A140-8BEC8839BADF}" type="presParOf" srcId="{FB9D4780-D342-274F-AFF8-146760C2E71B}" destId="{70B79DFF-B04A-B740-813A-3064B57F8BE1}" srcOrd="0" destOrd="0" presId="urn:microsoft.com/office/officeart/2005/8/layout/hierarchy1"/>
    <dgm:cxn modelId="{2C018472-9DD7-BF4B-9E67-4521BC1526C7}" type="presParOf" srcId="{70B79DFF-B04A-B740-813A-3064B57F8BE1}" destId="{C76B3BD7-49B9-8E4E-8F75-7B0DA4FF8230}" srcOrd="0" destOrd="0" presId="urn:microsoft.com/office/officeart/2005/8/layout/hierarchy1"/>
    <dgm:cxn modelId="{150FB212-DF4D-F04F-A109-51C249CF79BF}" type="presParOf" srcId="{70B79DFF-B04A-B740-813A-3064B57F8BE1}" destId="{561D759D-A6C8-7A49-B222-92308E32910B}" srcOrd="1" destOrd="0" presId="urn:microsoft.com/office/officeart/2005/8/layout/hierarchy1"/>
    <dgm:cxn modelId="{C2132E9B-6641-4349-81C4-D6048B9037D6}" type="presParOf" srcId="{FB9D4780-D342-274F-AFF8-146760C2E71B}" destId="{C423BD3D-E745-9141-B079-CD45899F6907}" srcOrd="1" destOrd="0" presId="urn:microsoft.com/office/officeart/2005/8/layout/hierarchy1"/>
    <dgm:cxn modelId="{07D83836-F75B-1946-8774-0C0759793EBE}" type="presParOf" srcId="{C423BD3D-E745-9141-B079-CD45899F6907}" destId="{C5C4D807-B5FE-4143-BECC-CFA53000F606}" srcOrd="0" destOrd="0" presId="urn:microsoft.com/office/officeart/2005/8/layout/hierarchy1"/>
    <dgm:cxn modelId="{5EA8A4BD-7ACC-9E49-AEF4-F597182E4FAE}" type="presParOf" srcId="{C423BD3D-E745-9141-B079-CD45899F6907}" destId="{3CFE2617-D90F-6948-AA2B-0891C7E3BA33}" srcOrd="1" destOrd="0" presId="urn:microsoft.com/office/officeart/2005/8/layout/hierarchy1"/>
    <dgm:cxn modelId="{F31DCF1B-34A8-0847-A887-28EBD3221E2C}" type="presParOf" srcId="{3CFE2617-D90F-6948-AA2B-0891C7E3BA33}" destId="{1B1709A7-F6F1-894D-AAA9-F8050A7EF8C7}" srcOrd="0" destOrd="0" presId="urn:microsoft.com/office/officeart/2005/8/layout/hierarchy1"/>
    <dgm:cxn modelId="{6E19E5D3-97D5-AD40-9658-91878081E548}" type="presParOf" srcId="{1B1709A7-F6F1-894D-AAA9-F8050A7EF8C7}" destId="{F9CBC9CA-F32E-8C49-BAAE-F329D774700E}" srcOrd="0" destOrd="0" presId="urn:microsoft.com/office/officeart/2005/8/layout/hierarchy1"/>
    <dgm:cxn modelId="{F5802CBC-AEB4-1F4E-9079-1933B16C78E6}" type="presParOf" srcId="{1B1709A7-F6F1-894D-AAA9-F8050A7EF8C7}" destId="{1D79E2E9-E898-EC46-B27A-581939934422}" srcOrd="1" destOrd="0" presId="urn:microsoft.com/office/officeart/2005/8/layout/hierarchy1"/>
    <dgm:cxn modelId="{C11F209B-8167-754E-B43C-1B588F53C986}" type="presParOf" srcId="{3CFE2617-D90F-6948-AA2B-0891C7E3BA33}" destId="{B986E1EC-D7F1-694E-A4A7-D7C670F82762}" srcOrd="1" destOrd="0" presId="urn:microsoft.com/office/officeart/2005/8/layout/hierarchy1"/>
    <dgm:cxn modelId="{F2203515-118D-1E44-9E9A-94D8D8F0F647}" type="presParOf" srcId="{C423BD3D-E745-9141-B079-CD45899F6907}" destId="{774523B2-CE53-DA41-B202-52927140BCCF}" srcOrd="2" destOrd="0" presId="urn:microsoft.com/office/officeart/2005/8/layout/hierarchy1"/>
    <dgm:cxn modelId="{2CB5A700-DBC9-074B-99F3-7DB83CE80AE0}" type="presParOf" srcId="{C423BD3D-E745-9141-B079-CD45899F6907}" destId="{4ED96183-88A7-7948-BC24-C7F1569F26F8}" srcOrd="3" destOrd="0" presId="urn:microsoft.com/office/officeart/2005/8/layout/hierarchy1"/>
    <dgm:cxn modelId="{A71AACD7-1180-F94F-A54C-63820E2D7875}" type="presParOf" srcId="{4ED96183-88A7-7948-BC24-C7F1569F26F8}" destId="{6509CE19-2C31-E748-80CF-5F279BEC100C}" srcOrd="0" destOrd="0" presId="urn:microsoft.com/office/officeart/2005/8/layout/hierarchy1"/>
    <dgm:cxn modelId="{BDF46A07-4952-8047-97AA-8513D8DA6490}" type="presParOf" srcId="{6509CE19-2C31-E748-80CF-5F279BEC100C}" destId="{D7621C65-A167-6B4E-8A30-C370DC56AB1F}" srcOrd="0" destOrd="0" presId="urn:microsoft.com/office/officeart/2005/8/layout/hierarchy1"/>
    <dgm:cxn modelId="{8CCE0DBA-6776-6141-9182-518C95095261}" type="presParOf" srcId="{6509CE19-2C31-E748-80CF-5F279BEC100C}" destId="{18E33F4A-926C-9F42-B2E3-CB4A17409B12}" srcOrd="1" destOrd="0" presId="urn:microsoft.com/office/officeart/2005/8/layout/hierarchy1"/>
    <dgm:cxn modelId="{8FF275FC-90F7-8548-9B87-CA0D22425AFC}" type="presParOf" srcId="{4ED96183-88A7-7948-BC24-C7F1569F26F8}" destId="{37B3A1A7-0ABF-0141-BCA2-86F37059A9DC}" srcOrd="1" destOrd="0" presId="urn:microsoft.com/office/officeart/2005/8/layout/hierarchy1"/>
    <dgm:cxn modelId="{9813CF5C-0211-4A48-8F45-BB400145BB27}" type="presParOf" srcId="{8B888F22-3BEA-CB48-8369-5E96D274EDE9}" destId="{0401DAA5-1321-554B-B3BB-86A402BE9C62}" srcOrd="2" destOrd="0" presId="urn:microsoft.com/office/officeart/2005/8/layout/hierarchy1"/>
    <dgm:cxn modelId="{D2AF0D4D-8218-7A41-86C4-B8F4E2D1B6BA}" type="presParOf" srcId="{8B888F22-3BEA-CB48-8369-5E96D274EDE9}" destId="{276B78E1-DCC1-2B4D-9AF2-AE5CB3FC47F4}" srcOrd="3" destOrd="0" presId="urn:microsoft.com/office/officeart/2005/8/layout/hierarchy1"/>
    <dgm:cxn modelId="{08EB9251-747A-C04F-80CA-46841D1BEB47}" type="presParOf" srcId="{276B78E1-DCC1-2B4D-9AF2-AE5CB3FC47F4}" destId="{B1749FF5-D4A7-514E-AD29-5974FD678A30}" srcOrd="0" destOrd="0" presId="urn:microsoft.com/office/officeart/2005/8/layout/hierarchy1"/>
    <dgm:cxn modelId="{B9A2C4EC-CF91-A545-8DB3-8F3D41740A1A}" type="presParOf" srcId="{B1749FF5-D4A7-514E-AD29-5974FD678A30}" destId="{F708628C-C021-E44E-A36B-686A85BCD235}" srcOrd="0" destOrd="0" presId="urn:microsoft.com/office/officeart/2005/8/layout/hierarchy1"/>
    <dgm:cxn modelId="{96D31459-7C6A-9D41-B7B7-DD370C7FF753}" type="presParOf" srcId="{B1749FF5-D4A7-514E-AD29-5974FD678A30}" destId="{698F5B28-D97F-E34F-9A14-F064B7F06135}" srcOrd="1" destOrd="0" presId="urn:microsoft.com/office/officeart/2005/8/layout/hierarchy1"/>
    <dgm:cxn modelId="{84793C33-1D62-4540-B7D4-6D01D1DC53DD}" type="presParOf" srcId="{276B78E1-DCC1-2B4D-9AF2-AE5CB3FC47F4}" destId="{AFD443F7-1647-C043-BC1F-96700A894587}" srcOrd="1" destOrd="0" presId="urn:microsoft.com/office/officeart/2005/8/layout/hierarchy1"/>
    <dgm:cxn modelId="{4A0B8FDB-0233-8849-95E4-5E0F082407C6}" type="presParOf" srcId="{8B888F22-3BEA-CB48-8369-5E96D274EDE9}" destId="{9A5B7022-0B19-6449-ACAA-755F17F1B107}" srcOrd="4" destOrd="0" presId="urn:microsoft.com/office/officeart/2005/8/layout/hierarchy1"/>
    <dgm:cxn modelId="{894A4FDF-615E-1149-8541-889C60029BE2}" type="presParOf" srcId="{8B888F22-3BEA-CB48-8369-5E96D274EDE9}" destId="{F0421FB8-0E02-9F4F-AF87-BDF25AFF68E0}" srcOrd="5" destOrd="0" presId="urn:microsoft.com/office/officeart/2005/8/layout/hierarchy1"/>
    <dgm:cxn modelId="{6B932F52-3E40-B04A-BD33-0B411EFB7E9F}" type="presParOf" srcId="{F0421FB8-0E02-9F4F-AF87-BDF25AFF68E0}" destId="{44B661A4-22FF-9847-A657-656986412CB1}" srcOrd="0" destOrd="0" presId="urn:microsoft.com/office/officeart/2005/8/layout/hierarchy1"/>
    <dgm:cxn modelId="{2D849E5A-8A07-6046-AAB9-A24609868983}" type="presParOf" srcId="{44B661A4-22FF-9847-A657-656986412CB1}" destId="{07DD5601-ED88-BE46-990B-0FB33A0FD390}" srcOrd="0" destOrd="0" presId="urn:microsoft.com/office/officeart/2005/8/layout/hierarchy1"/>
    <dgm:cxn modelId="{A9C0D746-BBF5-CF41-A9C6-859EE88D9F0E}" type="presParOf" srcId="{44B661A4-22FF-9847-A657-656986412CB1}" destId="{78F81CE6-0417-584F-9D0E-9A0FF9A31DA9}" srcOrd="1" destOrd="0" presId="urn:microsoft.com/office/officeart/2005/8/layout/hierarchy1"/>
    <dgm:cxn modelId="{9F5BDE9C-7B2A-CB40-A9F3-7CDFD2460C0F}" type="presParOf" srcId="{F0421FB8-0E02-9F4F-AF87-BDF25AFF68E0}" destId="{A22EE483-E093-5B47-96ED-083215075602}" srcOrd="1" destOrd="0" presId="urn:microsoft.com/office/officeart/2005/8/layout/hierarchy1"/>
    <dgm:cxn modelId="{BE07925E-00AD-6841-8F2F-FAA3B7BFB9F5}" type="presParOf" srcId="{8B888F22-3BEA-CB48-8369-5E96D274EDE9}" destId="{09AEC500-3424-4943-9823-605CB4D13D9F}" srcOrd="6" destOrd="0" presId="urn:microsoft.com/office/officeart/2005/8/layout/hierarchy1"/>
    <dgm:cxn modelId="{C48CE97B-8176-BD41-85C6-BB1D260E6832}" type="presParOf" srcId="{8B888F22-3BEA-CB48-8369-5E96D274EDE9}" destId="{FC42F280-502D-8C49-ACB7-356871711CA4}" srcOrd="7" destOrd="0" presId="urn:microsoft.com/office/officeart/2005/8/layout/hierarchy1"/>
    <dgm:cxn modelId="{758C71FD-40E9-1E42-B0F0-426F7D71F55B}" type="presParOf" srcId="{FC42F280-502D-8C49-ACB7-356871711CA4}" destId="{5C2BF715-1B5F-0146-92C8-85FA6F667103}" srcOrd="0" destOrd="0" presId="urn:microsoft.com/office/officeart/2005/8/layout/hierarchy1"/>
    <dgm:cxn modelId="{0043F417-B556-E24C-A964-4390FAFA0097}" type="presParOf" srcId="{5C2BF715-1B5F-0146-92C8-85FA6F667103}" destId="{80C49A31-7D8C-3A4E-9279-33B3EA9E1F0E}" srcOrd="0" destOrd="0" presId="urn:microsoft.com/office/officeart/2005/8/layout/hierarchy1"/>
    <dgm:cxn modelId="{86067FAA-FB07-B347-A67B-64F2387991E4}" type="presParOf" srcId="{5C2BF715-1B5F-0146-92C8-85FA6F667103}" destId="{68A62BB7-36FE-7149-8A32-5A1D27C22D74}" srcOrd="1" destOrd="0" presId="urn:microsoft.com/office/officeart/2005/8/layout/hierarchy1"/>
    <dgm:cxn modelId="{8AAFAC74-6D4C-8B48-B7FE-E7133C2276DF}" type="presParOf" srcId="{FC42F280-502D-8C49-ACB7-356871711CA4}" destId="{93D82F8C-E8D7-A847-98E5-D598C85F072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AEC500-3424-4943-9823-605CB4D13D9F}">
      <dsp:nvSpPr>
        <dsp:cNvPr id="0" name=""/>
        <dsp:cNvSpPr/>
      </dsp:nvSpPr>
      <dsp:spPr>
        <a:xfrm>
          <a:off x="2832310" y="455212"/>
          <a:ext cx="1928592" cy="5137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5045"/>
              </a:lnTo>
              <a:lnTo>
                <a:pt x="1928592" y="435045"/>
              </a:lnTo>
              <a:lnTo>
                <a:pt x="1928592" y="5137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5B7022-0B19-6449-ACAA-755F17F1B107}">
      <dsp:nvSpPr>
        <dsp:cNvPr id="0" name=""/>
        <dsp:cNvSpPr/>
      </dsp:nvSpPr>
      <dsp:spPr>
        <a:xfrm>
          <a:off x="2832310" y="455212"/>
          <a:ext cx="889878" cy="5137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5045"/>
              </a:lnTo>
              <a:lnTo>
                <a:pt x="889878" y="435045"/>
              </a:lnTo>
              <a:lnTo>
                <a:pt x="889878" y="5137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01DAA5-1321-554B-B3BB-86A402BE9C62}">
      <dsp:nvSpPr>
        <dsp:cNvPr id="0" name=""/>
        <dsp:cNvSpPr/>
      </dsp:nvSpPr>
      <dsp:spPr>
        <a:xfrm>
          <a:off x="2496479" y="455212"/>
          <a:ext cx="335830" cy="513774"/>
        </a:xfrm>
        <a:custGeom>
          <a:avLst/>
          <a:gdLst/>
          <a:ahLst/>
          <a:cxnLst/>
          <a:rect l="0" t="0" r="0" b="0"/>
          <a:pathLst>
            <a:path>
              <a:moveTo>
                <a:pt x="335830" y="0"/>
              </a:moveTo>
              <a:lnTo>
                <a:pt x="335830" y="435045"/>
              </a:lnTo>
              <a:lnTo>
                <a:pt x="0" y="435045"/>
              </a:lnTo>
              <a:lnTo>
                <a:pt x="0" y="51377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4523B2-CE53-DA41-B202-52927140BCCF}">
      <dsp:nvSpPr>
        <dsp:cNvPr id="0" name=""/>
        <dsp:cNvSpPr/>
      </dsp:nvSpPr>
      <dsp:spPr>
        <a:xfrm>
          <a:off x="4673231" y="4655952"/>
          <a:ext cx="519357" cy="2471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37"/>
              </a:lnTo>
              <a:lnTo>
                <a:pt x="519357" y="168437"/>
              </a:lnTo>
              <a:lnTo>
                <a:pt x="519357" y="2471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C4D807-B5FE-4143-BECC-CFA53000F606}">
      <dsp:nvSpPr>
        <dsp:cNvPr id="0" name=""/>
        <dsp:cNvSpPr/>
      </dsp:nvSpPr>
      <dsp:spPr>
        <a:xfrm>
          <a:off x="4153874" y="4655952"/>
          <a:ext cx="519357" cy="247166"/>
        </a:xfrm>
        <a:custGeom>
          <a:avLst/>
          <a:gdLst/>
          <a:ahLst/>
          <a:cxnLst/>
          <a:rect l="0" t="0" r="0" b="0"/>
          <a:pathLst>
            <a:path>
              <a:moveTo>
                <a:pt x="519357" y="0"/>
              </a:moveTo>
              <a:lnTo>
                <a:pt x="519357" y="168437"/>
              </a:lnTo>
              <a:lnTo>
                <a:pt x="0" y="168437"/>
              </a:lnTo>
              <a:lnTo>
                <a:pt x="0" y="2471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D39282-5208-774F-BCAB-7145EE5CE648}">
      <dsp:nvSpPr>
        <dsp:cNvPr id="0" name=""/>
        <dsp:cNvSpPr/>
      </dsp:nvSpPr>
      <dsp:spPr>
        <a:xfrm>
          <a:off x="4153874" y="3869126"/>
          <a:ext cx="519357" cy="2471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37"/>
              </a:lnTo>
              <a:lnTo>
                <a:pt x="519357" y="168437"/>
              </a:lnTo>
              <a:lnTo>
                <a:pt x="519357" y="2471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CDDFF5-9473-4745-B427-B2F6ECD7CE9B}">
      <dsp:nvSpPr>
        <dsp:cNvPr id="0" name=""/>
        <dsp:cNvSpPr/>
      </dsp:nvSpPr>
      <dsp:spPr>
        <a:xfrm>
          <a:off x="3358475" y="3869126"/>
          <a:ext cx="795399" cy="250626"/>
        </a:xfrm>
        <a:custGeom>
          <a:avLst/>
          <a:gdLst/>
          <a:ahLst/>
          <a:cxnLst/>
          <a:rect l="0" t="0" r="0" b="0"/>
          <a:pathLst>
            <a:path>
              <a:moveTo>
                <a:pt x="795399" y="0"/>
              </a:moveTo>
              <a:lnTo>
                <a:pt x="795399" y="171896"/>
              </a:lnTo>
              <a:lnTo>
                <a:pt x="0" y="171896"/>
              </a:lnTo>
              <a:lnTo>
                <a:pt x="0" y="25062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FE87EA-C7A1-A946-BA04-7BFD84FCA296}">
      <dsp:nvSpPr>
        <dsp:cNvPr id="0" name=""/>
        <dsp:cNvSpPr/>
      </dsp:nvSpPr>
      <dsp:spPr>
        <a:xfrm>
          <a:off x="2875937" y="3082299"/>
          <a:ext cx="1277936" cy="2471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37"/>
              </a:lnTo>
              <a:lnTo>
                <a:pt x="1277936" y="168437"/>
              </a:lnTo>
              <a:lnTo>
                <a:pt x="1277936" y="2471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7220B6-1DD3-5147-87ED-1688C03BB6D0}">
      <dsp:nvSpPr>
        <dsp:cNvPr id="0" name=""/>
        <dsp:cNvSpPr/>
      </dsp:nvSpPr>
      <dsp:spPr>
        <a:xfrm>
          <a:off x="2830217" y="3082299"/>
          <a:ext cx="91440" cy="24716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71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7EAAB5-7EA5-9545-8551-282062324F4E}">
      <dsp:nvSpPr>
        <dsp:cNvPr id="0" name=""/>
        <dsp:cNvSpPr/>
      </dsp:nvSpPr>
      <dsp:spPr>
        <a:xfrm>
          <a:off x="1598000" y="3082299"/>
          <a:ext cx="1277936" cy="247166"/>
        </a:xfrm>
        <a:custGeom>
          <a:avLst/>
          <a:gdLst/>
          <a:ahLst/>
          <a:cxnLst/>
          <a:rect l="0" t="0" r="0" b="0"/>
          <a:pathLst>
            <a:path>
              <a:moveTo>
                <a:pt x="1277936" y="0"/>
              </a:moveTo>
              <a:lnTo>
                <a:pt x="1277936" y="168437"/>
              </a:lnTo>
              <a:lnTo>
                <a:pt x="0" y="168437"/>
              </a:lnTo>
              <a:lnTo>
                <a:pt x="0" y="2471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007B2E-5B34-A248-AE60-6FF231CE7E65}">
      <dsp:nvSpPr>
        <dsp:cNvPr id="0" name=""/>
        <dsp:cNvSpPr/>
      </dsp:nvSpPr>
      <dsp:spPr>
        <a:xfrm>
          <a:off x="1718238" y="2295473"/>
          <a:ext cx="1157698" cy="2471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37"/>
              </a:lnTo>
              <a:lnTo>
                <a:pt x="1157698" y="168437"/>
              </a:lnTo>
              <a:lnTo>
                <a:pt x="1157698" y="2471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DAFB20-CC41-0346-A3FB-07756C012772}">
      <dsp:nvSpPr>
        <dsp:cNvPr id="0" name=""/>
        <dsp:cNvSpPr/>
      </dsp:nvSpPr>
      <dsp:spPr>
        <a:xfrm>
          <a:off x="1611458" y="2295473"/>
          <a:ext cx="106780" cy="247166"/>
        </a:xfrm>
        <a:custGeom>
          <a:avLst/>
          <a:gdLst/>
          <a:ahLst/>
          <a:cxnLst/>
          <a:rect l="0" t="0" r="0" b="0"/>
          <a:pathLst>
            <a:path>
              <a:moveTo>
                <a:pt x="106780" y="0"/>
              </a:moveTo>
              <a:lnTo>
                <a:pt x="106780" y="168437"/>
              </a:lnTo>
              <a:lnTo>
                <a:pt x="0" y="168437"/>
              </a:lnTo>
              <a:lnTo>
                <a:pt x="0" y="2471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A1F650-B034-3F41-9970-CC2CB6C89C8D}">
      <dsp:nvSpPr>
        <dsp:cNvPr id="0" name=""/>
        <dsp:cNvSpPr/>
      </dsp:nvSpPr>
      <dsp:spPr>
        <a:xfrm>
          <a:off x="453759" y="2295473"/>
          <a:ext cx="1264479" cy="247166"/>
        </a:xfrm>
        <a:custGeom>
          <a:avLst/>
          <a:gdLst/>
          <a:ahLst/>
          <a:cxnLst/>
          <a:rect l="0" t="0" r="0" b="0"/>
          <a:pathLst>
            <a:path>
              <a:moveTo>
                <a:pt x="1264479" y="0"/>
              </a:moveTo>
              <a:lnTo>
                <a:pt x="1264479" y="168437"/>
              </a:lnTo>
              <a:lnTo>
                <a:pt x="0" y="168437"/>
              </a:lnTo>
              <a:lnTo>
                <a:pt x="0" y="24716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DE6AA4-AB54-E44F-BCAF-AC99E0111100}">
      <dsp:nvSpPr>
        <dsp:cNvPr id="0" name=""/>
        <dsp:cNvSpPr/>
      </dsp:nvSpPr>
      <dsp:spPr>
        <a:xfrm>
          <a:off x="959247" y="1508074"/>
          <a:ext cx="758991" cy="2477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009"/>
              </a:lnTo>
              <a:lnTo>
                <a:pt x="758991" y="169009"/>
              </a:lnTo>
              <a:lnTo>
                <a:pt x="758991" y="2477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B415AC-7B80-BA4F-960D-828936FE8FF3}">
      <dsp:nvSpPr>
        <dsp:cNvPr id="0" name=""/>
        <dsp:cNvSpPr/>
      </dsp:nvSpPr>
      <dsp:spPr>
        <a:xfrm>
          <a:off x="679524" y="1508074"/>
          <a:ext cx="279723" cy="247738"/>
        </a:xfrm>
        <a:custGeom>
          <a:avLst/>
          <a:gdLst/>
          <a:ahLst/>
          <a:cxnLst/>
          <a:rect l="0" t="0" r="0" b="0"/>
          <a:pathLst>
            <a:path>
              <a:moveTo>
                <a:pt x="279723" y="0"/>
              </a:moveTo>
              <a:lnTo>
                <a:pt x="279723" y="169009"/>
              </a:lnTo>
              <a:lnTo>
                <a:pt x="0" y="169009"/>
              </a:lnTo>
              <a:lnTo>
                <a:pt x="0" y="2477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C54D08-2A4E-E845-9371-57EA21602D67}">
      <dsp:nvSpPr>
        <dsp:cNvPr id="0" name=""/>
        <dsp:cNvSpPr/>
      </dsp:nvSpPr>
      <dsp:spPr>
        <a:xfrm>
          <a:off x="959247" y="455212"/>
          <a:ext cx="1873063" cy="513202"/>
        </a:xfrm>
        <a:custGeom>
          <a:avLst/>
          <a:gdLst/>
          <a:ahLst/>
          <a:cxnLst/>
          <a:rect l="0" t="0" r="0" b="0"/>
          <a:pathLst>
            <a:path>
              <a:moveTo>
                <a:pt x="1873063" y="0"/>
              </a:moveTo>
              <a:lnTo>
                <a:pt x="1873063" y="434472"/>
              </a:lnTo>
              <a:lnTo>
                <a:pt x="0" y="434472"/>
              </a:lnTo>
              <a:lnTo>
                <a:pt x="0" y="51320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BBEFF2-4BA2-F148-99EB-45E44549DA47}">
      <dsp:nvSpPr>
        <dsp:cNvPr id="0" name=""/>
        <dsp:cNvSpPr/>
      </dsp:nvSpPr>
      <dsp:spPr>
        <a:xfrm>
          <a:off x="2407381" y="-84446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034F19-BE9D-8E44-B405-2552358D6590}">
      <dsp:nvSpPr>
        <dsp:cNvPr id="0" name=""/>
        <dsp:cNvSpPr/>
      </dsp:nvSpPr>
      <dsp:spPr>
        <a:xfrm>
          <a:off x="2501810" y="5260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Robotics</a:t>
          </a:r>
        </a:p>
      </dsp:txBody>
      <dsp:txXfrm>
        <a:off x="2517616" y="21066"/>
        <a:ext cx="818245" cy="508047"/>
      </dsp:txXfrm>
    </dsp:sp>
    <dsp:sp modelId="{2E78A191-E590-1241-B021-5282D45BDAFD}">
      <dsp:nvSpPr>
        <dsp:cNvPr id="0" name=""/>
        <dsp:cNvSpPr/>
      </dsp:nvSpPr>
      <dsp:spPr>
        <a:xfrm>
          <a:off x="462428" y="968415"/>
          <a:ext cx="993636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5893D-45E8-D248-AB8B-1A1B05DBA619}">
      <dsp:nvSpPr>
        <dsp:cNvPr id="0" name=""/>
        <dsp:cNvSpPr/>
      </dsp:nvSpPr>
      <dsp:spPr>
        <a:xfrm>
          <a:off x="556857" y="1058122"/>
          <a:ext cx="993636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Autonomous (Adaptive)</a:t>
          </a:r>
        </a:p>
      </dsp:txBody>
      <dsp:txXfrm>
        <a:off x="572663" y="1073928"/>
        <a:ext cx="962024" cy="508047"/>
      </dsp:txXfrm>
    </dsp:sp>
    <dsp:sp modelId="{7BABC9D1-BC71-CE48-A31A-42849D36FEEB}">
      <dsp:nvSpPr>
        <dsp:cNvPr id="0" name=""/>
        <dsp:cNvSpPr/>
      </dsp:nvSpPr>
      <dsp:spPr>
        <a:xfrm>
          <a:off x="254595" y="1755813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7584DF-434B-DC48-AB72-C7D4D35CCBDE}">
      <dsp:nvSpPr>
        <dsp:cNvPr id="0" name=""/>
        <dsp:cNvSpPr/>
      </dsp:nvSpPr>
      <dsp:spPr>
        <a:xfrm>
          <a:off x="349023" y="1845520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Single Robot Systems</a:t>
          </a:r>
        </a:p>
      </dsp:txBody>
      <dsp:txXfrm>
        <a:off x="364829" y="1861326"/>
        <a:ext cx="818245" cy="508047"/>
      </dsp:txXfrm>
    </dsp:sp>
    <dsp:sp modelId="{BC5BA88A-F797-4645-8464-044F4AC387D2}">
      <dsp:nvSpPr>
        <dsp:cNvPr id="0" name=""/>
        <dsp:cNvSpPr/>
      </dsp:nvSpPr>
      <dsp:spPr>
        <a:xfrm>
          <a:off x="1293310" y="1755813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E6CB5A-9E5E-9148-A435-6A01D77BF049}">
      <dsp:nvSpPr>
        <dsp:cNvPr id="0" name=""/>
        <dsp:cNvSpPr/>
      </dsp:nvSpPr>
      <dsp:spPr>
        <a:xfrm>
          <a:off x="1387738" y="1845520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Multi-Robot Systems</a:t>
          </a:r>
        </a:p>
      </dsp:txBody>
      <dsp:txXfrm>
        <a:off x="1403544" y="1861326"/>
        <a:ext cx="818245" cy="508047"/>
      </dsp:txXfrm>
    </dsp:sp>
    <dsp:sp modelId="{E407BF8F-B10D-C246-B75C-8258877EDD08}">
      <dsp:nvSpPr>
        <dsp:cNvPr id="0" name=""/>
        <dsp:cNvSpPr/>
      </dsp:nvSpPr>
      <dsp:spPr>
        <a:xfrm>
          <a:off x="1193" y="2542640"/>
          <a:ext cx="905132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D89D3D-84DD-124E-8801-8F5A6BA5CF48}">
      <dsp:nvSpPr>
        <dsp:cNvPr id="0" name=""/>
        <dsp:cNvSpPr/>
      </dsp:nvSpPr>
      <dsp:spPr>
        <a:xfrm>
          <a:off x="95621" y="2632347"/>
          <a:ext cx="905132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Independent</a:t>
          </a:r>
        </a:p>
      </dsp:txBody>
      <dsp:txXfrm>
        <a:off x="111427" y="2648153"/>
        <a:ext cx="873520" cy="508047"/>
      </dsp:txXfrm>
    </dsp:sp>
    <dsp:sp modelId="{151A3B40-48B6-6C47-BFC2-60E0D62C9074}">
      <dsp:nvSpPr>
        <dsp:cNvPr id="0" name=""/>
        <dsp:cNvSpPr/>
      </dsp:nvSpPr>
      <dsp:spPr>
        <a:xfrm>
          <a:off x="1095182" y="2542640"/>
          <a:ext cx="1032551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B33AC5-E7F3-4241-A2AC-F43595C0BCAA}">
      <dsp:nvSpPr>
        <dsp:cNvPr id="0" name=""/>
        <dsp:cNvSpPr/>
      </dsp:nvSpPr>
      <dsp:spPr>
        <a:xfrm>
          <a:off x="1189611" y="2632347"/>
          <a:ext cx="1032551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Adversarial</a:t>
          </a:r>
        </a:p>
      </dsp:txBody>
      <dsp:txXfrm>
        <a:off x="1205417" y="2648153"/>
        <a:ext cx="1000939" cy="508047"/>
      </dsp:txXfrm>
    </dsp:sp>
    <dsp:sp modelId="{696095EB-A427-214A-A6FB-171613C06280}">
      <dsp:nvSpPr>
        <dsp:cNvPr id="0" name=""/>
        <dsp:cNvSpPr/>
      </dsp:nvSpPr>
      <dsp:spPr>
        <a:xfrm>
          <a:off x="2316591" y="2542640"/>
          <a:ext cx="1118692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1367E-9C35-1F4B-A5A7-B10448363D39}">
      <dsp:nvSpPr>
        <dsp:cNvPr id="0" name=""/>
        <dsp:cNvSpPr/>
      </dsp:nvSpPr>
      <dsp:spPr>
        <a:xfrm>
          <a:off x="2411019" y="2632347"/>
          <a:ext cx="1118692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Collaborative</a:t>
          </a:r>
        </a:p>
      </dsp:txBody>
      <dsp:txXfrm>
        <a:off x="2426825" y="2648153"/>
        <a:ext cx="1087080" cy="508047"/>
      </dsp:txXfrm>
    </dsp:sp>
    <dsp:sp modelId="{A0AD9054-23CB-8E46-B289-CDF375DAA6CD}">
      <dsp:nvSpPr>
        <dsp:cNvPr id="0" name=""/>
        <dsp:cNvSpPr/>
      </dsp:nvSpPr>
      <dsp:spPr>
        <a:xfrm>
          <a:off x="1173072" y="3329466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853E39-7AB8-2344-AD5A-A414181FE71B}">
      <dsp:nvSpPr>
        <dsp:cNvPr id="0" name=""/>
        <dsp:cNvSpPr/>
      </dsp:nvSpPr>
      <dsp:spPr>
        <a:xfrm>
          <a:off x="1267500" y="3419173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Task Execution</a:t>
          </a:r>
        </a:p>
      </dsp:txBody>
      <dsp:txXfrm>
        <a:off x="1283306" y="3434979"/>
        <a:ext cx="818245" cy="508047"/>
      </dsp:txXfrm>
    </dsp:sp>
    <dsp:sp modelId="{74D000CB-B371-8C45-AF9B-FB32EE3E63E7}">
      <dsp:nvSpPr>
        <dsp:cNvPr id="0" name=""/>
        <dsp:cNvSpPr/>
      </dsp:nvSpPr>
      <dsp:spPr>
        <a:xfrm>
          <a:off x="2211786" y="3329466"/>
          <a:ext cx="1328301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3EB6F-D00B-E844-8045-6BABDA385710}">
      <dsp:nvSpPr>
        <dsp:cNvPr id="0" name=""/>
        <dsp:cNvSpPr/>
      </dsp:nvSpPr>
      <dsp:spPr>
        <a:xfrm>
          <a:off x="2306215" y="3419173"/>
          <a:ext cx="1328301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Formation Control</a:t>
          </a:r>
        </a:p>
      </dsp:txBody>
      <dsp:txXfrm>
        <a:off x="2322021" y="3434979"/>
        <a:ext cx="1296689" cy="508047"/>
      </dsp:txXfrm>
    </dsp:sp>
    <dsp:sp modelId="{31CDE845-C0AE-E543-94B8-26C8A6AE5E76}">
      <dsp:nvSpPr>
        <dsp:cNvPr id="0" name=""/>
        <dsp:cNvSpPr/>
      </dsp:nvSpPr>
      <dsp:spPr>
        <a:xfrm>
          <a:off x="3728945" y="3329466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1AEEB-F619-7B41-853B-FA3B8FF75B72}">
      <dsp:nvSpPr>
        <dsp:cNvPr id="0" name=""/>
        <dsp:cNvSpPr/>
      </dsp:nvSpPr>
      <dsp:spPr>
        <a:xfrm>
          <a:off x="3823374" y="3419173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Navigation</a:t>
          </a:r>
        </a:p>
      </dsp:txBody>
      <dsp:txXfrm>
        <a:off x="3839180" y="3434979"/>
        <a:ext cx="818245" cy="508047"/>
      </dsp:txXfrm>
    </dsp:sp>
    <dsp:sp modelId="{DA1B578A-6F7D-FA4B-A0BE-D333C1D56722}">
      <dsp:nvSpPr>
        <dsp:cNvPr id="0" name=""/>
        <dsp:cNvSpPr/>
      </dsp:nvSpPr>
      <dsp:spPr>
        <a:xfrm>
          <a:off x="2933546" y="4119752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511B0-DD60-DD4A-B654-078F259149E1}">
      <dsp:nvSpPr>
        <dsp:cNvPr id="0" name=""/>
        <dsp:cNvSpPr/>
      </dsp:nvSpPr>
      <dsp:spPr>
        <a:xfrm>
          <a:off x="3027974" y="4209459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Scalar Fields</a:t>
          </a:r>
        </a:p>
      </dsp:txBody>
      <dsp:txXfrm>
        <a:off x="3043780" y="4225265"/>
        <a:ext cx="818245" cy="508047"/>
      </dsp:txXfrm>
    </dsp:sp>
    <dsp:sp modelId="{C76B3BD7-49B9-8E4E-8F75-7B0DA4FF8230}">
      <dsp:nvSpPr>
        <dsp:cNvPr id="0" name=""/>
        <dsp:cNvSpPr/>
      </dsp:nvSpPr>
      <dsp:spPr>
        <a:xfrm>
          <a:off x="4248303" y="4116292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1D759D-A6C8-7A49-B222-92308E32910B}">
      <dsp:nvSpPr>
        <dsp:cNvPr id="0" name=""/>
        <dsp:cNvSpPr/>
      </dsp:nvSpPr>
      <dsp:spPr>
        <a:xfrm>
          <a:off x="4342731" y="4206000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Vector Fields</a:t>
          </a:r>
        </a:p>
      </dsp:txBody>
      <dsp:txXfrm>
        <a:off x="4358537" y="4221806"/>
        <a:ext cx="818245" cy="508047"/>
      </dsp:txXfrm>
    </dsp:sp>
    <dsp:sp modelId="{F9CBC9CA-F32E-8C49-BAAE-F329D774700E}">
      <dsp:nvSpPr>
        <dsp:cNvPr id="0" name=""/>
        <dsp:cNvSpPr/>
      </dsp:nvSpPr>
      <dsp:spPr>
        <a:xfrm>
          <a:off x="3728945" y="4903119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9E2E9-E898-EC46-B27A-581939934422}">
      <dsp:nvSpPr>
        <dsp:cNvPr id="0" name=""/>
        <dsp:cNvSpPr/>
      </dsp:nvSpPr>
      <dsp:spPr>
        <a:xfrm>
          <a:off x="3823374" y="4992826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Memory Based</a:t>
          </a:r>
        </a:p>
      </dsp:txBody>
      <dsp:txXfrm>
        <a:off x="3839180" y="5008632"/>
        <a:ext cx="818245" cy="508047"/>
      </dsp:txXfrm>
    </dsp:sp>
    <dsp:sp modelId="{D7621C65-A167-6B4E-8A30-C370DC56AB1F}">
      <dsp:nvSpPr>
        <dsp:cNvPr id="0" name=""/>
        <dsp:cNvSpPr/>
      </dsp:nvSpPr>
      <dsp:spPr>
        <a:xfrm>
          <a:off x="4767660" y="4903119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E33F4A-926C-9F42-B2E3-CB4A17409B12}">
      <dsp:nvSpPr>
        <dsp:cNvPr id="0" name=""/>
        <dsp:cNvSpPr/>
      </dsp:nvSpPr>
      <dsp:spPr>
        <a:xfrm>
          <a:off x="4862089" y="4992826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Memory Free</a:t>
          </a:r>
        </a:p>
      </dsp:txBody>
      <dsp:txXfrm>
        <a:off x="4877895" y="5008632"/>
        <a:ext cx="818245" cy="508047"/>
      </dsp:txXfrm>
    </dsp:sp>
    <dsp:sp modelId="{F708628C-C021-E44E-A36B-686A85BCD235}">
      <dsp:nvSpPr>
        <dsp:cNvPr id="0" name=""/>
        <dsp:cNvSpPr/>
      </dsp:nvSpPr>
      <dsp:spPr>
        <a:xfrm>
          <a:off x="1884556" y="968987"/>
          <a:ext cx="1223845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8F5B28-D97F-E34F-9A14-F064B7F06135}">
      <dsp:nvSpPr>
        <dsp:cNvPr id="0" name=""/>
        <dsp:cNvSpPr/>
      </dsp:nvSpPr>
      <dsp:spPr>
        <a:xfrm>
          <a:off x="1978985" y="1058694"/>
          <a:ext cx="1223845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Autonomous (Conventional)</a:t>
          </a:r>
        </a:p>
      </dsp:txBody>
      <dsp:txXfrm>
        <a:off x="1994791" y="1074500"/>
        <a:ext cx="1192233" cy="508047"/>
      </dsp:txXfrm>
    </dsp:sp>
    <dsp:sp modelId="{07DD5601-ED88-BE46-990B-0FB33A0FD390}">
      <dsp:nvSpPr>
        <dsp:cNvPr id="0" name=""/>
        <dsp:cNvSpPr/>
      </dsp:nvSpPr>
      <dsp:spPr>
        <a:xfrm>
          <a:off x="3297259" y="968987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F81CE6-0417-584F-9D0E-9A0FF9A31DA9}">
      <dsp:nvSpPr>
        <dsp:cNvPr id="0" name=""/>
        <dsp:cNvSpPr/>
      </dsp:nvSpPr>
      <dsp:spPr>
        <a:xfrm>
          <a:off x="3391688" y="1058694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Human Controlled</a:t>
          </a:r>
        </a:p>
      </dsp:txBody>
      <dsp:txXfrm>
        <a:off x="3407494" y="1074500"/>
        <a:ext cx="818245" cy="508047"/>
      </dsp:txXfrm>
    </dsp:sp>
    <dsp:sp modelId="{80C49A31-7D8C-3A4E-9279-33B3EA9E1F0E}">
      <dsp:nvSpPr>
        <dsp:cNvPr id="0" name=""/>
        <dsp:cNvSpPr/>
      </dsp:nvSpPr>
      <dsp:spPr>
        <a:xfrm>
          <a:off x="4335974" y="968987"/>
          <a:ext cx="849857" cy="53965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A62BB7-36FE-7149-8A32-5A1D27C22D74}">
      <dsp:nvSpPr>
        <dsp:cNvPr id="0" name=""/>
        <dsp:cNvSpPr/>
      </dsp:nvSpPr>
      <dsp:spPr>
        <a:xfrm>
          <a:off x="4430403" y="1058694"/>
          <a:ext cx="849857" cy="5396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Human in the Loop</a:t>
          </a:r>
        </a:p>
      </dsp:txBody>
      <dsp:txXfrm>
        <a:off x="4446209" y="1074500"/>
        <a:ext cx="818245" cy="5080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08872-6B44-EB4E-B873-F0FBEFE185D2}" type="datetimeFigureOut">
              <a:rPr lang="en-US" smtClean="0"/>
              <a:t>5/5/24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21B1E-95F6-7341-934C-361765D7D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86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Kyra </a:t>
            </a:r>
            <a:r>
              <a:rPr lang="en-US" dirty="0" err="1"/>
              <a:t>rini</a:t>
            </a:r>
            <a:endParaRPr lang="en-US" dirty="0"/>
          </a:p>
          <a:p>
            <a:r>
              <a:rPr lang="en-US" dirty="0"/>
              <a:t>Kitts</a:t>
            </a:r>
            <a:br>
              <a:rPr lang="en-US" dirty="0"/>
            </a:br>
            <a:r>
              <a:rPr lang="en-US" dirty="0"/>
              <a:t>Lee</a:t>
            </a:r>
          </a:p>
          <a:p>
            <a:r>
              <a:rPr lang="en-US" dirty="0"/>
              <a:t>Marks</a:t>
            </a:r>
            <a:br>
              <a:rPr lang="en-US" dirty="0"/>
            </a:br>
            <a:r>
              <a:rPr lang="en-US" dirty="0"/>
              <a:t>Neumann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727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a control primitive?</a:t>
            </a:r>
          </a:p>
          <a:p>
            <a:pPr marL="457200" lvl="1" indent="0">
              <a:buNone/>
            </a:pP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Reactive</a:t>
            </a:r>
          </a:p>
          <a:p>
            <a:pPr lvl="1"/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Instantaneous</a:t>
            </a:r>
          </a:p>
          <a:p>
            <a:pPr lvl="1"/>
            <a:r>
              <a:rPr lang="en-US" sz="1200" kern="100" dirty="0">
                <a:latin typeface="Calibri" panose="020F0502020204030204" pitchFamily="34" charset="0"/>
                <a:cs typeface="Calibri" panose="020F0502020204030204" pitchFamily="34" charset="0"/>
              </a:rPr>
              <a:t>Proven Results in scalar field MRS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Navigation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Pro: low compute, quick response</a:t>
            </a:r>
          </a:p>
          <a:p>
            <a:pPr lvl="1"/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Cons: Vulnerable to noise and local extrema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533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200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 success slides here showing MR AN</a:t>
            </a:r>
            <a:endParaRPr lang="en-US" sz="12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07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B7E6F-F1ED-4E1E-894D-4F7F8484E52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21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11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39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Potential Field == Artificial Vector Fields (work on this explanation)</a:t>
            </a:r>
            <a:br>
              <a:rPr lang="en-US" dirty="0"/>
            </a:br>
            <a:r>
              <a:rPr lang="en-US" dirty="0"/>
              <a:t>https://</a:t>
            </a:r>
            <a:r>
              <a:rPr lang="en-US" dirty="0" err="1"/>
              <a:t>medium.com</a:t>
            </a:r>
            <a:r>
              <a:rPr lang="en-US" dirty="0"/>
              <a:t>/@</a:t>
            </a:r>
            <a:r>
              <a:rPr lang="en-US" dirty="0" err="1"/>
              <a:t>rymshasiddiqui</a:t>
            </a:r>
            <a:r>
              <a:rPr lang="en-US" dirty="0"/>
              <a:t>/path-planning-using-potential-field-algorithm-a30ad12bdb08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55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5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987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in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303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202122"/>
                </a:solidFill>
                <a:effectLst/>
                <a:highlight>
                  <a:srgbClr val="F8F9FA"/>
                </a:highlight>
                <a:latin typeface="Arial" panose="020B0604020202020204" pitchFamily="34" charset="0"/>
              </a:rPr>
              <a:t>A parabola is the limit curve of a pencil of ellipses with a common vertex and one common focus, as the other focus is moved to infinity to the right, and also the limit curve of a pencil of hyperbolas with a common vertex and one common focus, as the other focus is moved to infinity to the left.</a:t>
            </a:r>
          </a:p>
          <a:p>
            <a:r>
              <a:rPr lang="en-US" b="0" i="0" u="none" strike="noStrike" dirty="0">
                <a:solidFill>
                  <a:srgbClr val="202122"/>
                </a:solidFill>
                <a:effectLst/>
                <a:highlight>
                  <a:srgbClr val="F8F9FA"/>
                </a:highlight>
                <a:latin typeface="Arial" panose="020B0604020202020204" pitchFamily="34" charset="0"/>
              </a:rPr>
              <a:t>Units,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536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in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372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Stability (within certain bounds or in the sense of Lyapunov).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Performance as a function of robots.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Robustness to noise.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Performance as a function of  shape.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Computational Scalability Analysis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Best Use Cases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21B1E-95F6-7341-934C-361765D7D45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209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370D3-4EA6-636F-733B-26993E347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FCE6A9-36FC-FC89-EA81-CD8F7207C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AB547-EF56-B484-27AF-A5A4ECCC7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46815-6E6B-C549-8BC5-67DBAD66E4C9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98A50-D257-8B03-152F-CB1B64F88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55213-67FA-463D-6682-FD212683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3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F4760-8004-4F50-6E14-56EEE9C73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A0101-818B-6897-4A4E-716D811F4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45740-ADB4-D6DD-388A-D7D77A70C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121F-DE67-4F45-98D4-0E558B852466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72B04-F861-3AE9-9B76-517AEE114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F3225-D742-A2BE-04F9-E7BFBB283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56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10B7-28FE-2615-B50C-A1A8E704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3829F-CC52-1B51-E060-8C3208151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F3628-8CC5-161B-5EE9-87FB00813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45A97-A6A4-5943-94FC-9D868A7AEB2C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B6CFE-CE8F-85F6-C929-B03D0C7CE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09EDA-9201-A22C-A5D2-4ABB52F51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58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89B59-0EB4-42DD-04BC-6C9FCA202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B5054-E247-6434-E1A7-F680AE278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7BD40-C28E-45F4-7E0E-088B2AB52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526A8-7966-EFDF-76AA-1AA68CA04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F800-A64F-9E47-B4F4-31BCE8FE6D1F}" type="datetime1">
              <a:rPr lang="en-US" smtClean="0"/>
              <a:t>5/8/24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35B45-A2D9-A3F4-F338-DE8DFA70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4FA19-D0EB-699C-D883-5BA01381A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950AD-59EA-6D9B-0F6B-8595E92FC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66201-F768-5DE8-296C-648C1E3FF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ADF6F-D0EB-EF65-0CDE-0CADF8866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BD8578-8F38-442E-2CCB-649F920FC8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9AE40F-E8AF-E81A-0880-961FBD5C8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07DEB5-147D-540A-696F-713CB2A2A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748D-258B-6E40-8BBA-83A862F7F1D0}" type="datetime1">
              <a:rPr lang="en-US" smtClean="0"/>
              <a:t>5/8/24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663625-3029-3A9C-8803-4969865B3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37C42-65FA-0799-0CC0-B9C39FA2B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191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B027E-7865-1AEC-73D5-227CB7701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AF233-9048-F40A-D2CE-DEC87CCFE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7E304-7B7C-6B47-ABB2-C2A65FB7FC1E}" type="datetime1">
              <a:rPr lang="en-US" smtClean="0"/>
              <a:t>5/8/24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C5B0DB-FDE2-E4C0-E035-510C1F822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048B2D-550B-9A39-07B9-1CE1FD73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554963-336F-41A4-D182-4FD0A190E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4F6C-90E2-464A-897B-D9ACCC9B1646}" type="datetime1">
              <a:rPr lang="en-US" smtClean="0"/>
              <a:t>5/8/24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D1DFF0-32EA-5F48-A1A4-27AF79A14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7C59C-CD5D-5E0B-C142-C62B2649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45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43FB8-AE88-D93E-F97C-7EEB01C44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C6920-AC7D-011E-2886-6525B3F57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B20BE-CBE8-FA2D-5745-B6A8F83FF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20AB6-AB5E-1A67-0FB0-036B91DDF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09F7B-4C0E-D64C-BE1D-279E1A1B53FC}" type="datetime1">
              <a:rPr lang="en-US" smtClean="0"/>
              <a:t>5/8/24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46DC6-E9FE-A484-2433-91FBB6459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464ED-21EC-2443-D147-49E8F8F75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204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04500-457A-5A56-0F80-FC5C5B1D7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84A9DF-0FBE-7CEB-8944-572E21D762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CB922-C865-8F8C-9DE0-9132A4988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E1CDC-B8BD-45C8-4915-AC6D69B52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C8B62-844B-6448-9C75-09DA548E31AB}" type="datetime1">
              <a:rPr lang="en-US" smtClean="0"/>
              <a:t>5/8/24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9BA48-9E66-625C-D88C-776022E3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80233-8FA8-3A78-7ED4-CB9E22DF7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434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6F809-74FF-B6F4-0664-84DB5EFC5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5F4378-69CF-C5B6-8BED-B56848BFB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818AC-30BF-9523-D878-B62E4EA0E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3D338-AA5E-0E44-86DE-27A662298CE1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170B5-63CE-9029-7490-C623486B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BE8E5-990E-0E64-3EFB-28F0DCF4B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35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8A17C6-FF32-FAD7-2B54-1DD90FFCDD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DCF2A6-DFB5-1206-5C46-BF7F83293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AB280-246A-DBCF-9C42-8312D2A0E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63DEE-A5E2-CE4A-BF0B-6AF43A2EC722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7B980-D263-2639-1273-7E44A4A23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6EF7A-CA4A-3D12-9A28-096500DF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645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C4A500-2F3E-514B-8B1C-E38F63FDB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4B3A6-2F34-FAEA-C6B3-8AD60524E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2C4B7-CEDA-6201-1408-E05FDAA603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85CFFE-4BDF-C844-BD96-BE19E69D89FB}" type="datetime1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1AD5D-2CD2-DC6C-1190-0D118832E7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E7161-EEC8-2BEE-0DD9-98104B939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00BF7-DAF8-0444-B9D5-0B6B6FE5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502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ZqeT-PLs_VGNjnzZHeL7zqboIkY9w1Gc/view?usp=share_link" TargetMode="External"/><Relationship Id="rId13" Type="http://schemas.openxmlformats.org/officeDocument/2006/relationships/hyperlink" Target="https://drive.google.com/file/d/1A5zatmhcC-Y3s2bZaxYHIJP3E-PJ4EIR/view?usp=share_link" TargetMode="External"/><Relationship Id="rId3" Type="http://schemas.openxmlformats.org/officeDocument/2006/relationships/hyperlink" Target="https://drive.google.com/file/d/1dT1mvltfXMWm768QQah-OWhdCjl8SQIV/view?usp=share_link" TargetMode="External"/><Relationship Id="rId7" Type="http://schemas.openxmlformats.org/officeDocument/2006/relationships/hyperlink" Target="https://drive.google.com/file/d/1wDNdlnC39Dcailiat0AbNr-Eqm8Sbn2c/view?usp=share_link" TargetMode="External"/><Relationship Id="rId12" Type="http://schemas.openxmlformats.org/officeDocument/2006/relationships/hyperlink" Target="https://drive.google.com/file/d/10BK8ugZqdKcFC-KGzC2WAuu3OIRc-3Ap/view?usp=share_link" TargetMode="External"/><Relationship Id="rId17" Type="http://schemas.openxmlformats.org/officeDocument/2006/relationships/hyperlink" Target="https://drive.google.com/file/d/1guLxcAJn9sMUb18CKDZbGxUJnBPcuuLg/view?usp=share_link" TargetMode="External"/><Relationship Id="rId2" Type="http://schemas.openxmlformats.org/officeDocument/2006/relationships/hyperlink" Target="https://drive.google.com/file/d/1B3MtnI7-c3571MDAwbY9vn8Uh0bG_pvC/view?usp=share_link" TargetMode="External"/><Relationship Id="rId16" Type="http://schemas.openxmlformats.org/officeDocument/2006/relationships/hyperlink" Target="https://drive.google.com/file/d/14V1gkbZ3DKeqvtHb-zHgv1QVOG5ID8vD/view?usp=share_lin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Nlbd-tb_erhVc0n_Yqx-d2Mfhpp64Off/view?usp=share_link" TargetMode="External"/><Relationship Id="rId11" Type="http://schemas.openxmlformats.org/officeDocument/2006/relationships/hyperlink" Target="https://drive.google.com/file/d/1PBskdIel0G-dmMlR9nmsCqbAnJguVN96/view?usp=share_link" TargetMode="External"/><Relationship Id="rId5" Type="http://schemas.openxmlformats.org/officeDocument/2006/relationships/hyperlink" Target="https://drive.google.com/file/d/1kd5EnYfbw4Tec_MowYFl4rxFVUavczC1/view?usp=share_link" TargetMode="External"/><Relationship Id="rId15" Type="http://schemas.openxmlformats.org/officeDocument/2006/relationships/hyperlink" Target="https://drive.google.com/file/d/1YSW7i-TO8UUk54p2ffqn9CiLUlZweq8-/view?usp=share_link" TargetMode="External"/><Relationship Id="rId10" Type="http://schemas.openxmlformats.org/officeDocument/2006/relationships/hyperlink" Target="https://drive.google.com/file/d/1taOSNKBXLo78B04mUL8GSEuAW1ttPiIj/view?usp=share_link" TargetMode="External"/><Relationship Id="rId4" Type="http://schemas.openxmlformats.org/officeDocument/2006/relationships/hyperlink" Target="https://drive.google.com/file/d/1uL8Y5zeHnHQ-kP-Z2ewin30VyFik5szA/view?usp=share_link" TargetMode="External"/><Relationship Id="rId9" Type="http://schemas.openxmlformats.org/officeDocument/2006/relationships/hyperlink" Target="https://drive.google.com/file/d/1NPni_gUbDiuAQPKrevYMhTWgZmW9hW7v/view?usp=share_link" TargetMode="External"/><Relationship Id="rId14" Type="http://schemas.openxmlformats.org/officeDocument/2006/relationships/hyperlink" Target="https://drive.google.com/file/d/1DL2GSzpPYPgfzL3tMT5GPmG93z5sGwi1/view?usp=share_link" TargetMode="Externa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4nAO8jd2MABljDhwHsuqfcFl6DdYCqqF/view?usp=share_link" TargetMode="External"/><Relationship Id="rId13" Type="http://schemas.openxmlformats.org/officeDocument/2006/relationships/hyperlink" Target="https://drive.google.com/file/d/17KOT_yI66PeQQ8af2Tp0wwVoC2o-4d53/view?usp=share_link" TargetMode="External"/><Relationship Id="rId18" Type="http://schemas.openxmlformats.org/officeDocument/2006/relationships/hyperlink" Target="https://drive.google.com/file/d/1cvO-8YYdCaR1MRt5Whzo5FNKtNjkqawT/view?usp=share_link" TargetMode="External"/><Relationship Id="rId3" Type="http://schemas.openxmlformats.org/officeDocument/2006/relationships/hyperlink" Target="https://drive.google.com/file/d/1u1iUltrn_dfolsPyjDFkdG94qFxafjNR/view?usp=share_link" TargetMode="External"/><Relationship Id="rId7" Type="http://schemas.openxmlformats.org/officeDocument/2006/relationships/hyperlink" Target="https://drive.google.com/file/d/12aM3vTpSJmEl3k8OgzPZZ603gUhqxA5n/view?usp=share_link" TargetMode="External"/><Relationship Id="rId12" Type="http://schemas.openxmlformats.org/officeDocument/2006/relationships/hyperlink" Target="https://drive.google.com/file/d/19m1kJL018qMVQoPndXCoonNX2mEWLqVS/view?usp=share_link" TargetMode="External"/><Relationship Id="rId17" Type="http://schemas.openxmlformats.org/officeDocument/2006/relationships/hyperlink" Target="https://drive.google.com/file/d/1uwlkznB0tqtXaRzeKIrT8sIqE9Pdk7iH/view?usp=share_link" TargetMode="External"/><Relationship Id="rId2" Type="http://schemas.openxmlformats.org/officeDocument/2006/relationships/hyperlink" Target="https://drive.google.com/file/d/1jwdMnk_CIdiuE1GgQXArxHmDWHwn1VNU/view?usp=share_link" TargetMode="External"/><Relationship Id="rId16" Type="http://schemas.openxmlformats.org/officeDocument/2006/relationships/hyperlink" Target="https://drive.google.com/file/d/1g4EeaBECtnGupfNw4YlU9RW5Cud5s2Ap/view?usp=share_lin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V3kdMnZULZ9MKcxc_zWRtOjM6wyuVMdK/view?usp=share_link" TargetMode="External"/><Relationship Id="rId11" Type="http://schemas.openxmlformats.org/officeDocument/2006/relationships/hyperlink" Target="https://drive.google.com/file/d/1bdxF-Mwoe29TgPZICm5TeJ3yAXKPxFNJ/view?usp=share_link" TargetMode="External"/><Relationship Id="rId5" Type="http://schemas.openxmlformats.org/officeDocument/2006/relationships/hyperlink" Target="https://drive.google.com/file/d/1VybCeHjW1IIq2XpZssIas50ubnys-G0r/view?usp=share_link" TargetMode="External"/><Relationship Id="rId15" Type="http://schemas.openxmlformats.org/officeDocument/2006/relationships/hyperlink" Target="https://drive.google.com/file/d/120XlmiG8zd2lB69paF6aixMxZ1NFsv1u/view?usp=share_link" TargetMode="External"/><Relationship Id="rId10" Type="http://schemas.openxmlformats.org/officeDocument/2006/relationships/hyperlink" Target="https://drive.google.com/file/d/1bEkPCqrOhrLddHh_j52S9mVMnp1CUlNG/view?usp=share_link" TargetMode="External"/><Relationship Id="rId4" Type="http://schemas.openxmlformats.org/officeDocument/2006/relationships/hyperlink" Target="https://drive.google.com/file/d/1Xp8ai9IXN_bbKsFyVr3XawIwb8Uli_Cr/view?usp=share_link" TargetMode="External"/><Relationship Id="rId9" Type="http://schemas.openxmlformats.org/officeDocument/2006/relationships/hyperlink" Target="https://drive.google.com/file/d/11UzT8iG50mcASszmEO-pE16rNP7-hmp7/view?usp=share_link" TargetMode="External"/><Relationship Id="rId14" Type="http://schemas.openxmlformats.org/officeDocument/2006/relationships/hyperlink" Target="https://drive.google.com/file/d/154kv400ysvKkGeVaACTUjTSbS9CaDcrD/view?usp=share_link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54BA6B-AA8E-B44E-DF1A-43E0F0F47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1714" y="1139399"/>
            <a:ext cx="6251110" cy="2205969"/>
          </a:xfrm>
        </p:spPr>
        <p:txBody>
          <a:bodyPr anchor="b">
            <a:normAutofit/>
          </a:bodyPr>
          <a:lstStyle/>
          <a:p>
            <a:pPr algn="l"/>
            <a:r>
              <a:rPr lang="en-US" sz="5000" dirty="0"/>
              <a:t>Adaptive Navigation of </a:t>
            </a:r>
            <a:br>
              <a:rPr lang="en-US" sz="5000" dirty="0"/>
            </a:br>
            <a:r>
              <a:rPr lang="en-US" sz="5000" dirty="0"/>
              <a:t>Multi-Robot Systems in </a:t>
            </a:r>
            <a:br>
              <a:rPr lang="en-US" sz="5000" dirty="0"/>
            </a:br>
            <a:r>
              <a:rPr lang="en-US" sz="5000" dirty="0"/>
              <a:t>Vector Fields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6DA7C-B318-7FC2-E3DE-2B01E6EAE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57" y="4719325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Christopher Waight</a:t>
            </a:r>
          </a:p>
          <a:p>
            <a:pPr algn="l"/>
            <a:r>
              <a:rPr lang="en-US" sz="2000" dirty="0"/>
              <a:t>Santa Clara University</a:t>
            </a:r>
          </a:p>
          <a:p>
            <a:pPr algn="l"/>
            <a:r>
              <a:rPr lang="en-US" sz="2000" dirty="0"/>
              <a:t>Mechanical Engineering Department</a:t>
            </a:r>
          </a:p>
          <a:p>
            <a:pPr algn="l"/>
            <a:r>
              <a:rPr lang="en-US" sz="2000" dirty="0"/>
              <a:t>May 17, 2024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B403D3E9-A3FC-0CCD-547D-4110BA258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69" y="1352291"/>
            <a:ext cx="4153418" cy="4153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355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28A76F-75A9-EBBE-E260-3062CBBE0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E4A16-5849-514A-3E67-CB2847A6C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Literature Review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Methodology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Preliminary Results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Expected Outcomes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Timeline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Implication of Findings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Question and Answers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D60BF-57A1-2682-8F65-F00E794F8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96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Robots, Multirobot systems, and Adaptive Navigation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Scalar Field Features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Scalar Field Primitives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12E9F4-F95D-06AD-7890-F2696DDCD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C5EB6B-C524-AF7B-EDAD-17AAD3609183}"/>
              </a:ext>
            </a:extLst>
          </p:cNvPr>
          <p:cNvSpPr txBox="1">
            <a:spLocks/>
          </p:cNvSpPr>
          <p:nvPr/>
        </p:nvSpPr>
        <p:spPr>
          <a:xfrm>
            <a:off x="235544" y="454064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FF"/>
                </a:solidFill>
              </a:rPr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2800" dirty="0"/>
              <a:t>Implication of Findings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191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527F-1D9A-E13D-1333-647A89E4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821" y="524107"/>
            <a:ext cx="3500120" cy="549275"/>
          </a:xfrm>
        </p:spPr>
        <p:txBody>
          <a:bodyPr>
            <a:noAutofit/>
          </a:bodyPr>
          <a:lstStyle/>
          <a:p>
            <a:r>
              <a:rPr lang="en-US" dirty="0"/>
              <a:t>Introduction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A72E28-3CA5-B968-C077-959B31A9FB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4858613"/>
              </p:ext>
            </p:extLst>
          </p:nvPr>
        </p:nvGraphicFramePr>
        <p:xfrm>
          <a:off x="6096001" y="524107"/>
          <a:ext cx="5713140" cy="5714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40F6840-7CF6-D6F0-EF78-B09C80010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821" y="1381008"/>
            <a:ext cx="4943555" cy="515790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Adaptive Navigation 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the process of altering a vehicles’ pose and trajectory in response to real time measurements.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Multirobot Systems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have advantages over single robot systems including: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Expanded Coverage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Redundancy	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Information Sharing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Memoryless adaptive navigation methods are also known as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reactive control primitives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DB02B0E-0014-1D1A-AAEA-694148084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7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7094-A3A1-16CE-DFA2-623916C58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1080"/>
          </a:xfrm>
        </p:spPr>
        <p:txBody>
          <a:bodyPr/>
          <a:lstStyle/>
          <a:p>
            <a:r>
              <a:rPr lang="en-US" dirty="0"/>
              <a:t>Multirobot Scalar Field Adaptive Navigation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DB8F0-F8FA-2CB8-6694-D053C31A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9A2025-C566-1AA0-9D10-FDAD5A55F6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333" t="29262" r="11668" b="11290"/>
          <a:stretch/>
        </p:blipFill>
        <p:spPr>
          <a:xfrm>
            <a:off x="2729788" y="1262377"/>
            <a:ext cx="6732423" cy="301555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22C0551-25C0-6467-CD1B-F5BB5D51D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502207"/>
              </p:ext>
            </p:extLst>
          </p:nvPr>
        </p:nvGraphicFramePr>
        <p:xfrm>
          <a:off x="3121456" y="4277933"/>
          <a:ext cx="6075179" cy="25800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9247">
                  <a:extLst>
                    <a:ext uri="{9D8B030D-6E8A-4147-A177-3AD203B41FA5}">
                      <a16:colId xmlns:a16="http://schemas.microsoft.com/office/drawing/2014/main" val="4218050848"/>
                    </a:ext>
                  </a:extLst>
                </a:gridCol>
                <a:gridCol w="4385932">
                  <a:extLst>
                    <a:ext uri="{9D8B030D-6E8A-4147-A177-3AD203B41FA5}">
                      <a16:colId xmlns:a16="http://schemas.microsoft.com/office/drawing/2014/main" val="931219444"/>
                    </a:ext>
                  </a:extLst>
                </a:gridCol>
              </a:tblGrid>
              <a:tr h="19427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Scalar Feature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Application Examples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02640614"/>
                  </a:ext>
                </a:extLst>
              </a:tr>
              <a:tr h="38854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Maximum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Source of pollution, radiation, gas, emission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04537182"/>
                  </a:ext>
                </a:extLst>
              </a:tr>
              <a:tr h="33493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Minimum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Quiet/safe spot, anoxic point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35082902"/>
                  </a:ext>
                </a:extLst>
              </a:tr>
              <a:tr h="32073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Contour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Safety perimeter, service threshold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51395355"/>
                  </a:ext>
                </a:extLst>
              </a:tr>
              <a:tr h="32073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Ridge / Plume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Path to impact area or optimal service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75574095"/>
                  </a:ext>
                </a:extLst>
              </a:tr>
              <a:tr h="3299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Trench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Path of max attenuation or min exposure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65006866"/>
                  </a:ext>
                </a:extLst>
              </a:tr>
              <a:tr h="38854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Saddle Point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Low exposure (energy) path btw max’s (min’s)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9968404"/>
                  </a:ext>
                </a:extLst>
              </a:tr>
              <a:tr h="28331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Front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Dramatic change that can stimulate activity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89240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684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76600" y="274638"/>
            <a:ext cx="6934200" cy="1143000"/>
          </a:xfrm>
        </p:spPr>
        <p:txBody>
          <a:bodyPr/>
          <a:lstStyle/>
          <a:p>
            <a:pPr algn="l"/>
            <a:r>
              <a:rPr lang="en-US" dirty="0"/>
              <a:t>Robot Clusters - Simulations</a:t>
            </a:r>
          </a:p>
        </p:txBody>
      </p:sp>
      <p:pic>
        <p:nvPicPr>
          <p:cNvPr id="5" name="Picture 2" descr="http://rsl.engr.scu.edu/images/university_sea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304801"/>
            <a:ext cx="1066800" cy="1066801"/>
          </a:xfrm>
          <a:prstGeom prst="rect">
            <a:avLst/>
          </a:prstGeom>
          <a:noFill/>
        </p:spPr>
      </p:pic>
      <p:cxnSp>
        <p:nvCxnSpPr>
          <p:cNvPr id="6" name="Straight Connector 5"/>
          <p:cNvCxnSpPr/>
          <p:nvPr/>
        </p:nvCxnSpPr>
        <p:spPr>
          <a:xfrm>
            <a:off x="3276600" y="1447800"/>
            <a:ext cx="693420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DC3C70-0212-6DB5-A99C-487A5F15A6B5}"/>
              </a:ext>
            </a:extLst>
          </p:cNvPr>
          <p:cNvSpPr txBox="1">
            <a:spLocks/>
          </p:cNvSpPr>
          <p:nvPr/>
        </p:nvSpPr>
        <p:spPr>
          <a:xfrm>
            <a:off x="2057400" y="1828800"/>
            <a:ext cx="83058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76CB8A-3B34-B5A6-3CCE-7F97F745CA4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 l="15464" t="20459" r="19952" b="11378"/>
          <a:stretch>
            <a:fillRect/>
          </a:stretch>
        </p:blipFill>
        <p:spPr bwMode="auto">
          <a:xfrm>
            <a:off x="1828801" y="1600201"/>
            <a:ext cx="2858605" cy="2315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006C8C-7907-2027-1D55-D4D7B92DD39F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rcRect l="15144" t="17518" r="16346" b="8029"/>
          <a:stretch>
            <a:fillRect/>
          </a:stretch>
        </p:blipFill>
        <p:spPr bwMode="auto">
          <a:xfrm>
            <a:off x="4876801" y="1612342"/>
            <a:ext cx="2662309" cy="2223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32F27B-1ACF-3090-679F-5621580243BE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rcRect l="20726" t="18122" r="22436" b="7908"/>
          <a:stretch>
            <a:fillRect/>
          </a:stretch>
        </p:blipFill>
        <p:spPr bwMode="auto">
          <a:xfrm>
            <a:off x="7768320" y="1624260"/>
            <a:ext cx="2634044" cy="2223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028C2D-A32F-CB8B-7233-6560A24640C0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rcRect l="22222" t="15549" r="23825" b="17378"/>
          <a:stretch>
            <a:fillRect/>
          </a:stretch>
        </p:blipFill>
        <p:spPr bwMode="auto">
          <a:xfrm>
            <a:off x="2053010" y="4325763"/>
            <a:ext cx="2518991" cy="2194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BE4A7A-865D-239B-593B-B2255B8B8F3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4167" t="40680" r="26745" b="26200"/>
          <a:stretch/>
        </p:blipFill>
        <p:spPr>
          <a:xfrm>
            <a:off x="4876801" y="4435068"/>
            <a:ext cx="5554199" cy="21943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B3572C-9CC0-8744-075F-D5955E9CE44B}"/>
              </a:ext>
            </a:extLst>
          </p:cNvPr>
          <p:cNvSpPr txBox="1"/>
          <p:nvPr/>
        </p:nvSpPr>
        <p:spPr>
          <a:xfrm>
            <a:off x="2426400" y="3897868"/>
            <a:ext cx="818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Extrema Finding                         Contour Following                Ridge/Trench Following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2B0AA9-5715-9846-CE9D-B5897B0140A8}"/>
              </a:ext>
            </a:extLst>
          </p:cNvPr>
          <p:cNvSpPr txBox="1"/>
          <p:nvPr/>
        </p:nvSpPr>
        <p:spPr>
          <a:xfrm>
            <a:off x="2209801" y="6482042"/>
            <a:ext cx="850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Saddle Point Finding                                                Front Characterization</a:t>
            </a:r>
          </a:p>
        </p:txBody>
      </p:sp>
    </p:spTree>
    <p:extLst>
      <p:ext uri="{BB962C8B-B14F-4D97-AF65-F5344CB8AC3E}">
        <p14:creationId xmlns:p14="http://schemas.microsoft.com/office/powerpoint/2010/main" val="190235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Motivation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12E9F4-F95D-06AD-7890-F2696DDCD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C5EB6B-C524-AF7B-EDAD-17AAD3609183}"/>
              </a:ext>
            </a:extLst>
          </p:cNvPr>
          <p:cNvSpPr txBox="1">
            <a:spLocks/>
          </p:cNvSpPr>
          <p:nvPr/>
        </p:nvSpPr>
        <p:spPr>
          <a:xfrm>
            <a:off x="235544" y="454064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3600" dirty="0">
                <a:solidFill>
                  <a:srgbClr val="FFFFFF"/>
                </a:solidFill>
              </a:rPr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2800" dirty="0"/>
              <a:t>Implication of Findings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057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527F-1D9A-E13D-1333-647A89E4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17" y="2766218"/>
            <a:ext cx="11117765" cy="1325563"/>
          </a:xfrm>
        </p:spPr>
        <p:txBody>
          <a:bodyPr>
            <a:noAutofit/>
          </a:bodyPr>
          <a:lstStyle/>
          <a:p>
            <a:pPr marL="0" indent="0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3700" dirty="0">
                <a:latin typeface="Calibri" panose="020F0502020204030204" pitchFamily="34" charset="0"/>
                <a:cs typeface="Calibri" panose="020F0502020204030204" pitchFamily="34" charset="0"/>
              </a:rPr>
              <a:t>Can we design and analyze adaptive navigation methods for multirobot systems to maneuver through complex and dynamic vector fields to specified regions and trajectories interest?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01661-FDCA-1D7F-9B96-A2431E3A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26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527F-1D9A-E13D-1333-647A89E4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17" y="528225"/>
            <a:ext cx="11117765" cy="1325563"/>
          </a:xfrm>
        </p:spPr>
        <p:txBody>
          <a:bodyPr>
            <a:noAutofit/>
          </a:bodyPr>
          <a:lstStyle/>
          <a:p>
            <a:pPr marL="0" indent="0"/>
            <a:r>
              <a:rPr lang="en-US" sz="3000" dirty="0"/>
              <a:t>Can we design and analyze adaptive navigation methods for multirobot systems to maneuver through complex and dynamic vector fields to specified regions and trajectories interest?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05979-C82F-223B-E49E-468348293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259" y="2685326"/>
            <a:ext cx="10818541" cy="3333510"/>
          </a:xfrm>
        </p:spPr>
        <p:txBody>
          <a:bodyPr numCol="2">
            <a:noAutofit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latin typeface="Calibri" panose="020F0502020204030204" pitchFamily="34" charset="0"/>
                <a:cs typeface="Calibri" panose="020F0502020204030204" pitchFamily="34" charset="0"/>
              </a:rPr>
              <a:t>Motivation to develop </a:t>
            </a: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in Vector Fields </a:t>
            </a:r>
            <a:r>
              <a:rPr lang="en-US" sz="2000" b="1" kern="1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2000" b="1" dirty="0">
              <a:solidFill>
                <a:srgbClr val="0D0D0D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Autonomous Navigation</a:t>
            </a: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Efficiency</a:t>
            </a: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Obstacle Avoidance </a:t>
            </a: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Cross-Sectoral Applications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Challenges:</a:t>
            </a: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Computational Constraints</a:t>
            </a: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Time-Varying Environment</a:t>
            </a: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Imperfect Communication</a:t>
            </a: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Stability</a:t>
            </a: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Robot-Environment Interaction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0" dirty="0">
              <a:solidFill>
                <a:srgbClr val="0D0D0D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01661-FDCA-1D7F-9B96-A2431E3A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29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Artificial Vector Fields and Natural Vector Fields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Vector Fields via Superposition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 Tools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Indoor Test Beds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Potential Outdoor Test Beds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12E9F4-F95D-06AD-7890-F2696DDCD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9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C5EB6B-C524-AF7B-EDAD-17AAD3609183}"/>
              </a:ext>
            </a:extLst>
          </p:cNvPr>
          <p:cNvSpPr txBox="1">
            <a:spLocks/>
          </p:cNvSpPr>
          <p:nvPr/>
        </p:nvSpPr>
        <p:spPr>
          <a:xfrm>
            <a:off x="235544" y="454064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4000" dirty="0">
                <a:solidFill>
                  <a:srgbClr val="FFFFFF"/>
                </a:solidFill>
              </a:rPr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2800" dirty="0"/>
              <a:t>Implication of Findings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518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0AD3-4936-C65E-FBC5-1BB2201C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Navigation in Vector Fields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CBD817-7D16-AC0C-FA02-A7BC3C7F5CCE}"/>
              </a:ext>
            </a:extLst>
          </p:cNvPr>
          <p:cNvSpPr txBox="1">
            <a:spLocks/>
          </p:cNvSpPr>
          <p:nvPr/>
        </p:nvSpPr>
        <p:spPr>
          <a:xfrm>
            <a:off x="710038" y="1715136"/>
            <a:ext cx="6863579" cy="1713864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sz="2000" u="sng" dirty="0">
                <a:latin typeface="Calibri" panose="020F0502020204030204" pitchFamily="34" charset="0"/>
                <a:cs typeface="Calibri" panose="020F0502020204030204" pitchFamily="34" charset="0"/>
              </a:rPr>
              <a:t>Artificial Vector Fields</a:t>
            </a:r>
          </a:p>
          <a:p>
            <a:pPr marL="457200" lvl="1" indent="0">
              <a:buNone/>
            </a:pPr>
            <a:endParaRPr lang="en-US" sz="20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Robot systems create artificial vector fields and are used to guide individual robot navigation. [17],[18], [19], [21], [29]</a:t>
            </a:r>
          </a:p>
          <a:p>
            <a:pPr marL="457200" lvl="1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0209A9-3687-E585-E684-B2C279CD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10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4AE0A4-CAE2-D988-9ED8-2E24D912C56B}"/>
              </a:ext>
            </a:extLst>
          </p:cNvPr>
          <p:cNvSpPr txBox="1"/>
          <p:nvPr/>
        </p:nvSpPr>
        <p:spPr>
          <a:xfrm>
            <a:off x="710038" y="3588852"/>
            <a:ext cx="681587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sz="2000" u="sng" dirty="0">
                <a:latin typeface="Calibri" panose="020F0502020204030204" pitchFamily="34" charset="0"/>
                <a:cs typeface="Calibri" panose="020F0502020204030204" pitchFamily="34" charset="0"/>
              </a:rPr>
              <a:t>Natural Vector Fields</a:t>
            </a:r>
          </a:p>
          <a:p>
            <a:pPr marL="457200" lvl="1" indent="0">
              <a:buNone/>
            </a:pPr>
            <a:endParaRPr lang="en-US" sz="20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20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Cooper, Ryan, et al. "</a:t>
            </a:r>
            <a:r>
              <a:rPr lang="en-US" sz="20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Initial Study of Multirobot Adaptive Navigation for Exploring Environmental Vector Fields</a:t>
            </a:r>
            <a:r>
              <a:rPr lang="en-US" sz="20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.” [13]</a:t>
            </a:r>
            <a:endParaRPr lang="en-US" sz="20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sz="20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Vector Field Modelling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2x Control Primitives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Test Bed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CC4990-3698-4857-E418-6FB2E9489123}"/>
              </a:ext>
            </a:extLst>
          </p:cNvPr>
          <p:cNvSpPr/>
          <p:nvPr/>
        </p:nvSpPr>
        <p:spPr>
          <a:xfrm>
            <a:off x="1127758" y="1684098"/>
            <a:ext cx="6445859" cy="174490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A22ACE-343A-CAAC-0556-95E3F856B74D}"/>
              </a:ext>
            </a:extLst>
          </p:cNvPr>
          <p:cNvSpPr/>
          <p:nvPr/>
        </p:nvSpPr>
        <p:spPr>
          <a:xfrm>
            <a:off x="1091316" y="3588851"/>
            <a:ext cx="6445857" cy="313262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lines with a cross in the center&#10;&#10;Description automatically generated with medium confidence">
            <a:extLst>
              <a:ext uri="{FF2B5EF4-FFF2-40B4-BE49-F238E27FC236}">
                <a16:creationId xmlns:a16="http://schemas.microsoft.com/office/drawing/2014/main" id="{36189799-B000-20B1-AB86-246FE04D7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100" y="1479906"/>
            <a:ext cx="3632200" cy="2463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566EF6-8BD3-7EC0-894A-BA18D4EA0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337" y="4091415"/>
            <a:ext cx="2482800" cy="257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27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0AD3-4936-C65E-FBC5-1BB2201C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Fields via Superposition of flows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0209A9-3687-E585-E684-B2C279CD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C28ACF-6C0E-43B4-9C56-2DB257535F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547948" y="1648619"/>
            <a:ext cx="2089150" cy="2374900"/>
          </a:xfrm>
          <a:prstGeom prst="rect">
            <a:avLst/>
          </a:prstGeom>
        </p:spPr>
      </p:pic>
      <p:sp>
        <p:nvSpPr>
          <p:cNvPr id="6" name="Plus 5">
            <a:extLst>
              <a:ext uri="{FF2B5EF4-FFF2-40B4-BE49-F238E27FC236}">
                <a16:creationId xmlns:a16="http://schemas.microsoft.com/office/drawing/2014/main" id="{E970F0B2-6F87-FB5D-F4AD-5A9A76B2718F}"/>
              </a:ext>
            </a:extLst>
          </p:cNvPr>
          <p:cNvSpPr/>
          <p:nvPr/>
        </p:nvSpPr>
        <p:spPr>
          <a:xfrm>
            <a:off x="3396748" y="2668637"/>
            <a:ext cx="358815" cy="48613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lus 6">
            <a:extLst>
              <a:ext uri="{FF2B5EF4-FFF2-40B4-BE49-F238E27FC236}">
                <a16:creationId xmlns:a16="http://schemas.microsoft.com/office/drawing/2014/main" id="{558270AE-AD28-BD66-58F7-521EDB408FD3}"/>
              </a:ext>
            </a:extLst>
          </p:cNvPr>
          <p:cNvSpPr/>
          <p:nvPr/>
        </p:nvSpPr>
        <p:spPr>
          <a:xfrm>
            <a:off x="3393858" y="5276995"/>
            <a:ext cx="358815" cy="48613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8B98EA-5406-03D1-5704-936BA9E6F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134" y="4276834"/>
            <a:ext cx="2370801" cy="24572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4B167F-B819-11DF-539B-6385BC5825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100" y="4276834"/>
            <a:ext cx="2370801" cy="24572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3E4EA0-AEFE-4CE9-1F54-284C472404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135" y="1648619"/>
            <a:ext cx="2482800" cy="2573358"/>
          </a:xfrm>
          <a:prstGeom prst="rect">
            <a:avLst/>
          </a:prstGeom>
        </p:spPr>
      </p:pic>
      <p:sp>
        <p:nvSpPr>
          <p:cNvPr id="12" name="Equal 11">
            <a:extLst>
              <a:ext uri="{FF2B5EF4-FFF2-40B4-BE49-F238E27FC236}">
                <a16:creationId xmlns:a16="http://schemas.microsoft.com/office/drawing/2014/main" id="{CEAE89B5-1BD7-0BC4-5732-D95F5748EF09}"/>
              </a:ext>
            </a:extLst>
          </p:cNvPr>
          <p:cNvSpPr/>
          <p:nvPr/>
        </p:nvSpPr>
        <p:spPr>
          <a:xfrm>
            <a:off x="7826585" y="2520264"/>
            <a:ext cx="590309" cy="51532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Equal 14">
            <a:extLst>
              <a:ext uri="{FF2B5EF4-FFF2-40B4-BE49-F238E27FC236}">
                <a16:creationId xmlns:a16="http://schemas.microsoft.com/office/drawing/2014/main" id="{43BBA3BD-5C3E-D5BB-ABDC-8163332F4097}"/>
              </a:ext>
            </a:extLst>
          </p:cNvPr>
          <p:cNvSpPr/>
          <p:nvPr/>
        </p:nvSpPr>
        <p:spPr>
          <a:xfrm>
            <a:off x="7893001" y="5247811"/>
            <a:ext cx="590309" cy="51532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E9FB78D-93A7-3E92-3123-E7E84465A9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9377" y="4276834"/>
            <a:ext cx="2334675" cy="23907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B4D2147-B93C-2DAE-2F06-49D9BDA8BA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6545" y="1563627"/>
            <a:ext cx="2455328" cy="254488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EBE4BCC-D761-A9DD-F6F2-42CC0F0A68E1}"/>
              </a:ext>
            </a:extLst>
          </p:cNvPr>
          <p:cNvSpPr txBox="1"/>
          <p:nvPr/>
        </p:nvSpPr>
        <p:spPr>
          <a:xfrm>
            <a:off x="2385427" y="3827010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B3446C-A849-BE7E-551E-686B20BD35C6}"/>
              </a:ext>
            </a:extLst>
          </p:cNvPr>
          <p:cNvSpPr txBox="1"/>
          <p:nvPr/>
        </p:nvSpPr>
        <p:spPr>
          <a:xfrm>
            <a:off x="163292" y="1865384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F33C5A-3805-B39A-8AA4-9A996D863A0D}"/>
              </a:ext>
            </a:extLst>
          </p:cNvPr>
          <p:cNvSpPr txBox="1"/>
          <p:nvPr/>
        </p:nvSpPr>
        <p:spPr>
          <a:xfrm>
            <a:off x="2563038" y="6613753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3157C7-E9BA-178A-A1DB-63DAF011B6CC}"/>
              </a:ext>
            </a:extLst>
          </p:cNvPr>
          <p:cNvSpPr txBox="1"/>
          <p:nvPr/>
        </p:nvSpPr>
        <p:spPr>
          <a:xfrm>
            <a:off x="0" y="4465971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736681-A2C3-A6B2-9D65-5FD75587AD77}"/>
              </a:ext>
            </a:extLst>
          </p:cNvPr>
          <p:cNvSpPr txBox="1"/>
          <p:nvPr/>
        </p:nvSpPr>
        <p:spPr>
          <a:xfrm>
            <a:off x="4153803" y="1749568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2CCBED-CBB5-0E93-B21F-BC41F1523768}"/>
              </a:ext>
            </a:extLst>
          </p:cNvPr>
          <p:cNvSpPr txBox="1"/>
          <p:nvPr/>
        </p:nvSpPr>
        <p:spPr>
          <a:xfrm>
            <a:off x="6815264" y="4061390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259336-DB85-643C-7A0B-AAF1E6A89441}"/>
              </a:ext>
            </a:extLst>
          </p:cNvPr>
          <p:cNvSpPr txBox="1"/>
          <p:nvPr/>
        </p:nvSpPr>
        <p:spPr>
          <a:xfrm>
            <a:off x="4226332" y="4358249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89FD37-82B3-5634-CD4E-CA88D69FD280}"/>
              </a:ext>
            </a:extLst>
          </p:cNvPr>
          <p:cNvSpPr txBox="1"/>
          <p:nvPr/>
        </p:nvSpPr>
        <p:spPr>
          <a:xfrm>
            <a:off x="6734368" y="6559876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5B0413-1125-FFF6-F3DC-9FDFFE20FA01}"/>
              </a:ext>
            </a:extLst>
          </p:cNvPr>
          <p:cNvSpPr txBox="1"/>
          <p:nvPr/>
        </p:nvSpPr>
        <p:spPr>
          <a:xfrm>
            <a:off x="8673204" y="1582966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D9A937-CE59-676F-4A09-BDF30E0C3B55}"/>
              </a:ext>
            </a:extLst>
          </p:cNvPr>
          <p:cNvSpPr txBox="1"/>
          <p:nvPr/>
        </p:nvSpPr>
        <p:spPr>
          <a:xfrm>
            <a:off x="11609661" y="3949017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3253A2-C96D-A2E5-C238-C2CE2E5F6ACB}"/>
              </a:ext>
            </a:extLst>
          </p:cNvPr>
          <p:cNvSpPr txBox="1"/>
          <p:nvPr/>
        </p:nvSpPr>
        <p:spPr>
          <a:xfrm>
            <a:off x="8830977" y="4358249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C14E7C-5B2E-3297-09CD-04A9F92B07A3}"/>
              </a:ext>
            </a:extLst>
          </p:cNvPr>
          <p:cNvSpPr txBox="1"/>
          <p:nvPr/>
        </p:nvSpPr>
        <p:spPr>
          <a:xfrm>
            <a:off x="11549236" y="6555746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</p:spTree>
    <p:extLst>
      <p:ext uri="{BB962C8B-B14F-4D97-AF65-F5344CB8AC3E}">
        <p14:creationId xmlns:p14="http://schemas.microsoft.com/office/powerpoint/2010/main" val="3731539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185F-4552-8E93-E953-F9943A6D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Indoor Test Bed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AED0A-952F-8AA3-F716-F3B06AC2C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85415"/>
          </a:xfrm>
        </p:spPr>
        <p:txBody>
          <a:bodyPr/>
          <a:lstStyle/>
          <a:p>
            <a:pPr marL="457200" lvl="1" indent="0">
              <a:buNone/>
            </a:pPr>
            <a:r>
              <a:rPr lang="en-US" sz="20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Omnibots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RGB Sensor</a:t>
            </a:r>
          </a:p>
          <a:p>
            <a:pPr marL="457200" lvl="1" indent="0"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Centralized computation</a:t>
            </a:r>
          </a:p>
          <a:p>
            <a:pPr marL="457200" lvl="1" indent="0"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TCP/IP</a:t>
            </a:r>
          </a:p>
          <a:p>
            <a:pPr marL="457200" lvl="1" indent="0"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RGB color plots</a:t>
            </a:r>
          </a:p>
          <a:p>
            <a:pPr marL="457200" lvl="1" indent="0">
              <a:buNone/>
            </a:pP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OptiTrack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provides visual feedback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422D9-0700-7144-FE1D-C72801F3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 descr="A close-up of a robot&#10;&#10;Description automatically generated">
            <a:extLst>
              <a:ext uri="{FF2B5EF4-FFF2-40B4-BE49-F238E27FC236}">
                <a16:creationId xmlns:a16="http://schemas.microsoft.com/office/drawing/2014/main" id="{EE787FD9-B74E-C945-FFEC-CD9A7BA2B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878" y="4143897"/>
            <a:ext cx="4773292" cy="2577578"/>
          </a:xfrm>
          <a:prstGeom prst="rect">
            <a:avLst/>
          </a:prstGeom>
        </p:spPr>
      </p:pic>
      <p:pic>
        <p:nvPicPr>
          <p:cNvPr id="10" name="Picture 9" descr="A computer control system in a room&#10;&#10;Description automatically generated">
            <a:extLst>
              <a:ext uri="{FF2B5EF4-FFF2-40B4-BE49-F238E27FC236}">
                <a16:creationId xmlns:a16="http://schemas.microsoft.com/office/drawing/2014/main" id="{7913FEBC-88A7-0FE9-3CD6-95AAB709C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640" y="3609744"/>
            <a:ext cx="3445120" cy="3248256"/>
          </a:xfrm>
          <a:prstGeom prst="rect">
            <a:avLst/>
          </a:prstGeom>
        </p:spPr>
      </p:pic>
      <p:pic>
        <p:nvPicPr>
          <p:cNvPr id="13" name="Picture 12" descr="A colorful squares with lines and numbers&#10;&#10;Description automatically generated with medium confidence">
            <a:extLst>
              <a:ext uri="{FF2B5EF4-FFF2-40B4-BE49-F238E27FC236}">
                <a16:creationId xmlns:a16="http://schemas.microsoft.com/office/drawing/2014/main" id="{049D72B7-927F-35B1-1D45-EB9165B4B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524" y="156858"/>
            <a:ext cx="3283351" cy="321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059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6580"/>
          </a:xfrm>
        </p:spPr>
        <p:txBody>
          <a:bodyPr/>
          <a:lstStyle/>
          <a:p>
            <a:r>
              <a:rPr lang="en-US" dirty="0"/>
              <a:t>Initial Control Primitives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8E1414-9214-8F5A-947B-7EBA8FBF8B14}"/>
                  </a:ext>
                </a:extLst>
              </p:cNvPr>
              <p:cNvSpPr txBox="1"/>
              <p:nvPr/>
            </p:nvSpPr>
            <p:spPr>
              <a:xfrm>
                <a:off x="2030522" y="1306491"/>
                <a:ext cx="3714681" cy="3056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u="sng" dirty="0"/>
                  <a:t>Vector 2 Scalar Technique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b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200" kern="100" dirty="0"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z</a:t>
                </a:r>
                <a:r>
                  <a:rPr lang="en-US" sz="1200" kern="100" baseline="-25000" dirty="0"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i </a:t>
                </a:r>
                <a:r>
                  <a:rPr lang="en-US" sz="1200" kern="100" dirty="0"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 = ||</a:t>
                </a:r>
                <a:r>
                  <a:rPr lang="en-US" sz="1200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sz="12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20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2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2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200" kern="100" dirty="0"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|| = </a:t>
                </a: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magnitude of vector reading for robot (</a:t>
                </a:r>
                <a:r>
                  <a:rPr lang="en-US" sz="1200" kern="100" dirty="0" err="1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12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2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 = Velocity of cluster frame</a:t>
                </a:r>
                <a:br>
                  <a:rPr lang="en-US" sz="12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endParaRPr lang="en-US" sz="1200" kern="100" dirty="0">
                  <a:effectLst/>
                  <a:latin typeface="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endParaRPr lang="en-US" sz="1200" kern="100" dirty="0">
                  <a:latin typeface="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endParaRPr lang="en-US" sz="1200" kern="100" dirty="0">
                  <a:effectLst/>
                  <a:latin typeface="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endParaRPr lang="en-US" sz="1200" kern="100" dirty="0">
                  <a:latin typeface="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endParaRPr lang="en-US" sz="1200" kern="100" dirty="0">
                  <a:effectLst/>
                  <a:latin typeface="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1200" kern="100" dirty="0"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---------------------------------------------------------</a:t>
                </a:r>
                <a:br>
                  <a:rPr lang="en-US" sz="1200" kern="100" dirty="0"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12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2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2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200" b="0" i="0" u="none" strike="noStrike" dirty="0">
                    <a:solidFill>
                      <a:srgbClr val="0D0D0D"/>
                    </a:solidFill>
                    <a:effectLst/>
                    <a:latin typeface="KaTeX_Main"/>
                  </a:rPr>
                  <a:t>=</a:t>
                </a:r>
                <a:r>
                  <a:rPr lang="en-US" sz="1200" b="0" i="1" u="none" strike="noStrike" dirty="0">
                    <a:solidFill>
                      <a:srgbClr val="0D0D0D"/>
                    </a:solidFill>
                    <a:effectLst/>
                    <a:latin typeface="KaTeX_Math"/>
                  </a:rPr>
                  <a:t>k</a:t>
                </a:r>
                <a:r>
                  <a:rPr lang="en-US" sz="1200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b="1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1200" b="1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𝒈𝒓𝒂𝒅</m:t>
                        </m:r>
                      </m:sub>
                    </m:sSub>
                  </m:oMath>
                </a14:m>
                <a:endParaRPr lang="en-US" sz="1200" b="1" kern="100" dirty="0">
                  <a:effectLst/>
                  <a:latin typeface="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8E1414-9214-8F5A-947B-7EBA8FBF8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522" y="1306491"/>
                <a:ext cx="3714681" cy="3056862"/>
              </a:xfrm>
              <a:prstGeom prst="rect">
                <a:avLst/>
              </a:prstGeom>
              <a:blipFill>
                <a:blip r:embed="rId2"/>
                <a:stretch>
                  <a:fillRect l="-340" t="-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2BA7D250-39AE-5575-FC2D-9B7EB96C7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483" y="2303071"/>
            <a:ext cx="2419827" cy="161321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537B75-E0EC-75BA-60D4-8CFEA48C50ED}"/>
                  </a:ext>
                </a:extLst>
              </p:cNvPr>
              <p:cNvSpPr txBox="1"/>
              <p:nvPr/>
            </p:nvSpPr>
            <p:spPr>
              <a:xfrm>
                <a:off x="8120596" y="401712"/>
                <a:ext cx="3966488" cy="2215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u="sng" dirty="0"/>
                  <a:t>Direction Follower Technique</a:t>
                </a:r>
              </a:p>
              <a:p>
                <a:endParaRPr lang="en-US" sz="1600" dirty="0"/>
              </a:p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Normalize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z</m:t>
                        </m:r>
                      </m:e>
                      <m:sub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sz="1600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|</m:t>
                        </m:r>
                      </m:den>
                    </m:f>
                  </m:oMath>
                </a14:m>
                <a:br>
                  <a:rPr lang="en-US" sz="16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6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Compute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p>
                        <m:r>
                          <a:rPr lang="en-US" sz="16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16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16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sz="16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br>
                  <a:rPr lang="en-US" sz="16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6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Move Cluster in direction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p>
                        <m:r>
                          <a:rPr lang="en-US" sz="16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sz="1600" b="1" kern="100" dirty="0">
                  <a:effectLst/>
                  <a:latin typeface="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b="1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-------------------------------------------------------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6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600" b="0" i="0" u="none" strike="noStrike" dirty="0">
                    <a:solidFill>
                      <a:srgbClr val="0D0D0D"/>
                    </a:solidFill>
                    <a:effectLst/>
                    <a:latin typeface="KaTeX_Main"/>
                  </a:rPr>
                  <a:t>=</a:t>
                </a:r>
                <a:r>
                  <a:rPr lang="en-US" sz="1600" b="0" i="1" u="none" strike="noStrike" dirty="0">
                    <a:solidFill>
                      <a:srgbClr val="0D0D0D"/>
                    </a:solidFill>
                    <a:effectLst/>
                    <a:latin typeface="KaTeX_Math"/>
                  </a:rPr>
                  <a:t>k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b="1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p>
                        <m:r>
                          <a:rPr lang="en-US" sz="1600" b="1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sz="1600" b="1" kern="100" dirty="0">
                  <a:effectLst/>
                  <a:latin typeface="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537B75-E0EC-75BA-60D4-8CFEA48C5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596" y="401712"/>
                <a:ext cx="3966488" cy="2215799"/>
              </a:xfrm>
              <a:prstGeom prst="rect">
                <a:avLst/>
              </a:prstGeom>
              <a:blipFill>
                <a:blip r:embed="rId4"/>
                <a:stretch>
                  <a:fillRect l="-958" t="-571" b="-2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E372D-80C5-BB8A-54D7-088B7004D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13</a:t>
            </a:fld>
            <a:endParaRPr lang="en-US"/>
          </a:p>
        </p:txBody>
      </p:sp>
      <p:pic>
        <p:nvPicPr>
          <p:cNvPr id="10" name="Picture 9" descr="A screen shot of a graph&#10;&#10;Description automatically generated">
            <a:extLst>
              <a:ext uri="{FF2B5EF4-FFF2-40B4-BE49-F238E27FC236}">
                <a16:creationId xmlns:a16="http://schemas.microsoft.com/office/drawing/2014/main" id="{C429F06E-8FD1-41DC-1608-9DF3D424DF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542" y="4329661"/>
            <a:ext cx="2675537" cy="25283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1E9C92-8B69-67DB-8DAC-2ED8901C23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73" y="4385602"/>
            <a:ext cx="2292387" cy="2375999"/>
          </a:xfrm>
          <a:prstGeom prst="rect">
            <a:avLst/>
          </a:prstGeom>
        </p:spPr>
      </p:pic>
      <p:pic>
        <p:nvPicPr>
          <p:cNvPr id="15" name="Picture 14" descr="A graph of a spiraling spiral&#10;&#10;Description automatically generated with medium confidence">
            <a:extLst>
              <a:ext uri="{FF2B5EF4-FFF2-40B4-BE49-F238E27FC236}">
                <a16:creationId xmlns:a16="http://schemas.microsoft.com/office/drawing/2014/main" id="{C1956E95-7FD4-67AA-C8BA-F9468CE3E9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7212" y="2720442"/>
            <a:ext cx="3847587" cy="363590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0061EBE-F87D-0E25-023D-AE28834195B8}"/>
              </a:ext>
            </a:extLst>
          </p:cNvPr>
          <p:cNvSpPr txBox="1"/>
          <p:nvPr/>
        </p:nvSpPr>
        <p:spPr>
          <a:xfrm>
            <a:off x="2800918" y="6613753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4884C7-9554-97E4-0C70-7B69D47FF910}"/>
              </a:ext>
            </a:extLst>
          </p:cNvPr>
          <p:cNvSpPr txBox="1"/>
          <p:nvPr/>
        </p:nvSpPr>
        <p:spPr>
          <a:xfrm>
            <a:off x="97053" y="4423294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</p:spTree>
    <p:extLst>
      <p:ext uri="{BB962C8B-B14F-4D97-AF65-F5344CB8AC3E}">
        <p14:creationId xmlns:p14="http://schemas.microsoft.com/office/powerpoint/2010/main" val="2304453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0AD3-4936-C65E-FBC5-1BB2201C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Questions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CBD817-7D16-AC0C-FA02-A7BC3C7F5CCE}"/>
              </a:ext>
            </a:extLst>
          </p:cNvPr>
          <p:cNvSpPr txBox="1">
            <a:spLocks/>
          </p:cNvSpPr>
          <p:nvPr/>
        </p:nvSpPr>
        <p:spPr>
          <a:xfrm>
            <a:off x="7457812" y="674412"/>
            <a:ext cx="4528011" cy="1573634"/>
          </a:xfrm>
          <a:prstGeom prst="rect">
            <a:avLst/>
          </a:prstGeom>
        </p:spPr>
        <p:txBody>
          <a:bodyPr vert="horz" lIns="91440" tIns="45720" rIns="91440" bIns="45720" numCol="1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 b="0" i="0" u="none" strike="noStrike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457200" lvl="1" indent="0">
              <a:buNone/>
            </a:pPr>
            <a:r>
              <a:rPr lang="en-US" sz="25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Can we </a:t>
            </a:r>
            <a:r>
              <a:rPr lang="en-US" sz="25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design and analyze</a:t>
            </a:r>
            <a:r>
              <a:rPr lang="en-US" sz="25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500" i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adaptive navigation </a:t>
            </a:r>
            <a:r>
              <a:rPr lang="en-US" sz="25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methods</a:t>
            </a:r>
            <a:r>
              <a:rPr lang="en-US" sz="25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for </a:t>
            </a:r>
            <a:r>
              <a:rPr lang="en-US" sz="25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multirobot systems </a:t>
            </a:r>
            <a:r>
              <a:rPr lang="en-US" sz="25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to maneuver through complex and dynamic </a:t>
            </a:r>
            <a:r>
              <a:rPr lang="en-US" sz="25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vector fields </a:t>
            </a:r>
            <a:r>
              <a:rPr lang="en-US" sz="25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to specified regions and trajectories interest?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6393D9-0A65-C01F-9D9C-1EDCBA26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0C5D7-6BAD-801D-7F6B-4FE675D547DC}"/>
              </a:ext>
            </a:extLst>
          </p:cNvPr>
          <p:cNvSpPr txBox="1"/>
          <p:nvPr/>
        </p:nvSpPr>
        <p:spPr>
          <a:xfrm>
            <a:off x="692673" y="1734178"/>
            <a:ext cx="631213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  <a:t>More information?</a:t>
            </a:r>
            <a:b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  <a:t>More features?</a:t>
            </a:r>
          </a:p>
          <a:p>
            <a:endParaRPr lang="en-US" sz="2000" kern="100" dirty="0">
              <a:effectLst/>
              <a:latin typeface="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  <a:t>Stability?</a:t>
            </a:r>
            <a:b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  <a:t>Robustness?</a:t>
            </a:r>
          </a:p>
          <a:p>
            <a:endParaRPr lang="en-US" sz="2000" kern="100" dirty="0">
              <a:latin typeface="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  <a:t>Scalability?</a:t>
            </a:r>
            <a:b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  <a:t>Shape and performance?</a:t>
            </a:r>
          </a:p>
          <a:p>
            <a:endParaRPr lang="en-US" sz="2000" kern="100" dirty="0">
              <a:latin typeface="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  <a:t>More robots?</a:t>
            </a:r>
            <a:b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  <a:t>Imperfect communication between robots?</a:t>
            </a:r>
          </a:p>
          <a:p>
            <a:endParaRPr lang="en-US" sz="2000" kern="100" dirty="0">
              <a:latin typeface="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  <a:t>Discrete sampling?</a:t>
            </a:r>
          </a:p>
          <a:p>
            <a:r>
              <a:rPr lang="en-US" sz="2000" kern="100" dirty="0">
                <a:latin typeface=""/>
                <a:ea typeface="Aptos" panose="020B0004020202020204" pitchFamily="34" charset="0"/>
                <a:cs typeface="Times New Roman" panose="02020603050405020304" pitchFamily="18" charset="0"/>
              </a:rPr>
              <a:t>3D?</a:t>
            </a:r>
          </a:p>
          <a:p>
            <a:endParaRPr lang="en-US" sz="2000" kern="100" dirty="0">
              <a:effectLst/>
              <a:latin typeface="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46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 Space Control Architecture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 Block Diagram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 Tools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Indoor Test Beds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Potential Outdoor Test Beds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12E9F4-F95D-06AD-7890-F2696DDCD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C5EB6B-C524-AF7B-EDAD-17AAD3609183}"/>
              </a:ext>
            </a:extLst>
          </p:cNvPr>
          <p:cNvSpPr txBox="1">
            <a:spLocks/>
          </p:cNvSpPr>
          <p:nvPr/>
        </p:nvSpPr>
        <p:spPr>
          <a:xfrm>
            <a:off x="235544" y="454064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4000" dirty="0">
                <a:solidFill>
                  <a:srgbClr val="FFFFFF"/>
                </a:solidFill>
              </a:rPr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2800" dirty="0"/>
              <a:t>Implication of Findings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434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0D4153-29E6-F2B2-9E59-BD2A2BA36BA0}"/>
              </a:ext>
            </a:extLst>
          </p:cNvPr>
          <p:cNvSpPr txBox="1">
            <a:spLocks/>
          </p:cNvSpPr>
          <p:nvPr/>
        </p:nvSpPr>
        <p:spPr>
          <a:xfrm>
            <a:off x="849775" y="2207067"/>
            <a:ext cx="4625051" cy="40491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500" kern="100" dirty="0">
                <a:solidFill>
                  <a:srgbClr val="222222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Control Architecture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500" kern="100" dirty="0">
              <a:solidFill>
                <a:srgbClr val="222222"/>
              </a:solidFill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5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Perfect Communication</a:t>
            </a:r>
            <a:endParaRPr lang="en-US" sz="2500" kern="100" dirty="0">
              <a:solidFill>
                <a:srgbClr val="222222"/>
              </a:solidFill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500" kern="100" dirty="0">
              <a:solidFill>
                <a:srgbClr val="222222"/>
              </a:solidFill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500" kern="100" dirty="0">
                <a:solidFill>
                  <a:srgbClr val="222222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Randomized cluster variables</a:t>
            </a:r>
            <a:endParaRPr lang="en-US" sz="25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CB85118-9370-C567-4399-4C6672D78C53}"/>
              </a:ext>
            </a:extLst>
          </p:cNvPr>
          <p:cNvSpPr txBox="1">
            <a:spLocks/>
          </p:cNvSpPr>
          <p:nvPr/>
        </p:nvSpPr>
        <p:spPr>
          <a:xfrm>
            <a:off x="748991" y="397863"/>
            <a:ext cx="10515600" cy="1051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Centralized Control Architectures</a:t>
            </a:r>
          </a:p>
        </p:txBody>
      </p:sp>
      <p:pic>
        <p:nvPicPr>
          <p:cNvPr id="10" name="Picture 9" descr="Figure 6. - Configuration of robots in a triangular cluster formation">
            <a:extLst>
              <a:ext uri="{FF2B5EF4-FFF2-40B4-BE49-F238E27FC236}">
                <a16:creationId xmlns:a16="http://schemas.microsoft.com/office/drawing/2014/main" id="{596EB8B4-6242-8EC3-EC09-3B5A4FC3A8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304" y="1936622"/>
            <a:ext cx="3946967" cy="393551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9A71289-8979-3209-4A29-2019F33C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46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7094-A3A1-16CE-DFA2-623916C58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1080"/>
          </a:xfrm>
        </p:spPr>
        <p:txBody>
          <a:bodyPr/>
          <a:lstStyle/>
          <a:p>
            <a:r>
              <a:rPr lang="en-US" dirty="0"/>
              <a:t>Control Block Diagram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757AE1-91DB-CFA4-C0DA-EEA0FF74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17</a:t>
            </a:fld>
            <a:endParaRPr lang="en-US"/>
          </a:p>
        </p:txBody>
      </p:sp>
      <p:pic>
        <p:nvPicPr>
          <p:cNvPr id="24" name="Picture 23" descr="A diagram of a cluster controller&#10;&#10;Description automatically generated">
            <a:extLst>
              <a:ext uri="{FF2B5EF4-FFF2-40B4-BE49-F238E27FC236}">
                <a16:creationId xmlns:a16="http://schemas.microsoft.com/office/drawing/2014/main" id="{A0C48581-B5F2-AEB4-A774-29E55C2FC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13" y="1904701"/>
            <a:ext cx="11269824" cy="344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639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185F-4552-8E93-E953-F9943A6D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AED0A-952F-8AA3-F716-F3B06AC2C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693"/>
            <a:ext cx="10515600" cy="1776219"/>
          </a:xfrm>
        </p:spPr>
        <p:txBody>
          <a:bodyPr>
            <a:normAutofit/>
          </a:bodyPr>
          <a:lstStyle/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 3.9  w/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standard libraries (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numpy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matplotlib)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Superpositions of curl free and divergence free components.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Robots are Point masses with first order dynamics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76BD0-052B-3F67-71D4-C37C2A95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 descr="A graph of a vortex&#10;&#10;Description automatically generated">
            <a:extLst>
              <a:ext uri="{FF2B5EF4-FFF2-40B4-BE49-F238E27FC236}">
                <a16:creationId xmlns:a16="http://schemas.microsoft.com/office/drawing/2014/main" id="{3CC04B80-A542-4B68-0EB2-9431F9ACB0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99"/>
          <a:stretch/>
        </p:blipFill>
        <p:spPr>
          <a:xfrm>
            <a:off x="278655" y="3126907"/>
            <a:ext cx="3424643" cy="3229443"/>
          </a:xfrm>
          <a:prstGeom prst="rect">
            <a:avLst/>
          </a:prstGeom>
        </p:spPr>
      </p:pic>
      <p:pic>
        <p:nvPicPr>
          <p:cNvPr id="9" name="Picture 8" descr="A graph of a spiraling line&#10;&#10;Description automatically generated with medium confidence">
            <a:extLst>
              <a:ext uri="{FF2B5EF4-FFF2-40B4-BE49-F238E27FC236}">
                <a16:creationId xmlns:a16="http://schemas.microsoft.com/office/drawing/2014/main" id="{D60BAD8E-3BCB-BE80-C2F4-0849AAFD2F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297"/>
          <a:stretch/>
        </p:blipFill>
        <p:spPr bwMode="auto">
          <a:xfrm>
            <a:off x="4085083" y="3126907"/>
            <a:ext cx="3590548" cy="338868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 descr="A grid of dots and lines&#10;&#10;Description automatically generated">
            <a:extLst>
              <a:ext uri="{FF2B5EF4-FFF2-40B4-BE49-F238E27FC236}">
                <a16:creationId xmlns:a16="http://schemas.microsoft.com/office/drawing/2014/main" id="{65723D18-C0F8-A6DF-5C2A-7EBCD380F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229" y="3067291"/>
            <a:ext cx="3361563" cy="32890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5E6599-AA60-8D17-58C6-AC8D28BC2D3D}"/>
              </a:ext>
            </a:extLst>
          </p:cNvPr>
          <p:cNvSpPr txBox="1"/>
          <p:nvPr/>
        </p:nvSpPr>
        <p:spPr>
          <a:xfrm>
            <a:off x="3199957" y="6277431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C512DA-966A-3DC2-D364-72F07D1035AC}"/>
              </a:ext>
            </a:extLst>
          </p:cNvPr>
          <p:cNvSpPr txBox="1"/>
          <p:nvPr/>
        </p:nvSpPr>
        <p:spPr>
          <a:xfrm>
            <a:off x="-51941" y="3042504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36C7B7-B39E-F83A-7F9D-1487FEBFA3E2}"/>
              </a:ext>
            </a:extLst>
          </p:cNvPr>
          <p:cNvSpPr txBox="1"/>
          <p:nvPr/>
        </p:nvSpPr>
        <p:spPr>
          <a:xfrm>
            <a:off x="3626483" y="3164731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06B05A-8B98-2A4E-4BFA-BC4E05AFDCEF}"/>
              </a:ext>
            </a:extLst>
          </p:cNvPr>
          <p:cNvSpPr txBox="1"/>
          <p:nvPr/>
        </p:nvSpPr>
        <p:spPr>
          <a:xfrm>
            <a:off x="6925635" y="6431190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</p:spTree>
    <p:extLst>
      <p:ext uri="{BB962C8B-B14F-4D97-AF65-F5344CB8AC3E}">
        <p14:creationId xmlns:p14="http://schemas.microsoft.com/office/powerpoint/2010/main" val="728794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185F-4552-8E93-E953-F9943A6D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Bed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76BD0-052B-3F67-71D4-C37C2A95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19</a:t>
            </a:fld>
            <a:endParaRPr lang="en-US"/>
          </a:p>
        </p:txBody>
      </p:sp>
      <p:pic>
        <p:nvPicPr>
          <p:cNvPr id="9" name="Picture 8" descr="A room with a desk and bookshelf and wires&#10;&#10;Description automatically generated">
            <a:extLst>
              <a:ext uri="{FF2B5EF4-FFF2-40B4-BE49-F238E27FC236}">
                <a16:creationId xmlns:a16="http://schemas.microsoft.com/office/drawing/2014/main" id="{ECAE2D12-8FD1-0324-18A7-766909B55F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94" b="12494"/>
          <a:stretch/>
        </p:blipFill>
        <p:spPr>
          <a:xfrm rot="5400000">
            <a:off x="6818453" y="1484453"/>
            <a:ext cx="6858000" cy="3889094"/>
          </a:xfrm>
          <a:prstGeom prst="rect">
            <a:avLst/>
          </a:prstGeom>
        </p:spPr>
      </p:pic>
      <p:pic>
        <p:nvPicPr>
          <p:cNvPr id="11" name="Picture 10" descr="A robot on a table&#10;&#10;Description automatically generated">
            <a:extLst>
              <a:ext uri="{FF2B5EF4-FFF2-40B4-BE49-F238E27FC236}">
                <a16:creationId xmlns:a16="http://schemas.microsoft.com/office/drawing/2014/main" id="{1EBF2099-F76D-EEBE-D89A-EF4ABF643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981429"/>
            <a:ext cx="3889094" cy="2916821"/>
          </a:xfrm>
          <a:prstGeom prst="rect">
            <a:avLst/>
          </a:prstGeom>
        </p:spPr>
      </p:pic>
      <p:pic>
        <p:nvPicPr>
          <p:cNvPr id="13" name="Picture 12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C98FA4D1-5FF3-0EB7-B5AB-C0618A7EB9C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27" t="16049" r="53959" b="25019"/>
          <a:stretch/>
        </p:blipFill>
        <p:spPr>
          <a:xfrm rot="10800000">
            <a:off x="4129268" y="546120"/>
            <a:ext cx="3335438" cy="343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013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185F-4552-8E93-E953-F9943A6D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Outdoor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AED0A-952F-8AA3-F716-F3B06AC2C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6467" y="5753735"/>
            <a:ext cx="4202151" cy="41973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Kayaks at Elkhorn Slough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90F3AA-CA18-C3C1-A849-80B00E83F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65DECB-19C6-D6E4-32CF-9918C9A0B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007" y="2077720"/>
            <a:ext cx="5001073" cy="310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40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Areas of Interest Identified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Using Existing Primitive to find Stagnation Point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 Primitive to traverse Separatrix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5C58C5-29C2-5496-100D-EDC9A454E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DFCE908-2D88-BD3C-61FD-AAF084941F0C}"/>
              </a:ext>
            </a:extLst>
          </p:cNvPr>
          <p:cNvSpPr txBox="1">
            <a:spLocks/>
          </p:cNvSpPr>
          <p:nvPr/>
        </p:nvSpPr>
        <p:spPr>
          <a:xfrm>
            <a:off x="235544" y="346968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/>
              <a:t>Introduction</a:t>
            </a:r>
            <a:br>
              <a:rPr lang="en-US" sz="2600" dirty="0"/>
            </a:br>
            <a:r>
              <a:rPr lang="en-US" sz="2600" dirty="0"/>
              <a:t>Problem Statement</a:t>
            </a:r>
            <a:br>
              <a:rPr lang="en-US" sz="2600" dirty="0"/>
            </a:br>
            <a:r>
              <a:rPr lang="en-US" sz="2600" dirty="0"/>
              <a:t>Literature Review</a:t>
            </a:r>
            <a:br>
              <a:rPr lang="en-US" sz="2600" dirty="0"/>
            </a:br>
            <a:r>
              <a:rPr lang="en-US" sz="2600" dirty="0"/>
              <a:t>Methodology</a:t>
            </a:r>
            <a:br>
              <a:rPr lang="en-US" sz="2800" dirty="0"/>
            </a:br>
            <a:r>
              <a:rPr lang="en-US" sz="3600" dirty="0">
                <a:solidFill>
                  <a:srgbClr val="FFFFFF"/>
                </a:solidFill>
              </a:rPr>
              <a:t>Preliminary Results</a:t>
            </a:r>
            <a:br>
              <a:rPr lang="en-US" sz="2800" dirty="0"/>
            </a:br>
            <a:r>
              <a:rPr lang="en-US" sz="2600" dirty="0"/>
              <a:t>Expected Outcomes</a:t>
            </a:r>
            <a:br>
              <a:rPr lang="en-US" sz="2600" dirty="0"/>
            </a:br>
            <a:r>
              <a:rPr lang="en-US" sz="2600" dirty="0"/>
              <a:t>Timeline</a:t>
            </a:r>
            <a:br>
              <a:rPr lang="en-US" sz="2600" dirty="0"/>
            </a:br>
            <a:r>
              <a:rPr lang="en-US" sz="2600" dirty="0"/>
              <a:t>Implication of Findings</a:t>
            </a:r>
            <a:br>
              <a:rPr lang="en-US" sz="2600" dirty="0"/>
            </a:br>
            <a:r>
              <a:rPr lang="en-US" sz="2600" dirty="0"/>
              <a:t>Summary</a:t>
            </a:r>
            <a:br>
              <a:rPr lang="en-US" sz="2600" dirty="0"/>
            </a:br>
            <a:r>
              <a:rPr lang="en-US" sz="26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744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704" y="353974"/>
            <a:ext cx="4341647" cy="1325563"/>
          </a:xfrm>
        </p:spPr>
        <p:txBody>
          <a:bodyPr/>
          <a:lstStyle/>
          <a:p>
            <a:r>
              <a:rPr lang="en-US" dirty="0"/>
              <a:t>Regions of Interest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5A1ABE-8684-3E87-086B-ED2CC87BF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945678"/>
              </p:ext>
            </p:extLst>
          </p:nvPr>
        </p:nvGraphicFramePr>
        <p:xfrm>
          <a:off x="5327374" y="353974"/>
          <a:ext cx="5909445" cy="61043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6089">
                  <a:extLst>
                    <a:ext uri="{9D8B030D-6E8A-4147-A177-3AD203B41FA5}">
                      <a16:colId xmlns:a16="http://schemas.microsoft.com/office/drawing/2014/main" val="3728828482"/>
                    </a:ext>
                  </a:extLst>
                </a:gridCol>
                <a:gridCol w="2648347">
                  <a:extLst>
                    <a:ext uri="{9D8B030D-6E8A-4147-A177-3AD203B41FA5}">
                      <a16:colId xmlns:a16="http://schemas.microsoft.com/office/drawing/2014/main" val="4195466678"/>
                    </a:ext>
                  </a:extLst>
                </a:gridCol>
                <a:gridCol w="2035009">
                  <a:extLst>
                    <a:ext uri="{9D8B030D-6E8A-4147-A177-3AD203B41FA5}">
                      <a16:colId xmlns:a16="http://schemas.microsoft.com/office/drawing/2014/main" val="964118279"/>
                    </a:ext>
                  </a:extLst>
                </a:gridCol>
              </a:tblGrid>
              <a:tr h="3618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>
                          <a:effectLst/>
                        </a:rPr>
                        <a:t>Region of Interest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How to Model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Importance</a:t>
                      </a: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3636695372"/>
                  </a:ext>
                </a:extLst>
              </a:tr>
              <a:tr h="12831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Extrema points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Sinks , Sources , Dipoles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Rankine Vortex , Fixed Vortex, Free Vortex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Sink + Vortex, Source + Vortex, 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Spring in Stream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Opposing Vortices , Corotating Vortices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Location of a spring in a stream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 of magnetic pole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Centre of gravity</a:t>
                      </a: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4062656120"/>
                  </a:ext>
                </a:extLst>
              </a:tr>
              <a:tr h="119687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 err="1">
                          <a:effectLst/>
                        </a:rPr>
                        <a:t>Equimagnitude</a:t>
                      </a:r>
                      <a:r>
                        <a:rPr lang="en-US" sz="1200" kern="0" spc="-5" dirty="0">
                          <a:effectLst/>
                        </a:rPr>
                        <a:t> Contours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Sinks, Sources , Dipoles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Rankine Vortex , Fixed Vortex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Free Vortex,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Sink + Vortex, Source + Vortex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Spring in Stream, Opposing Vortices, Corotating Vortices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Staying within safe operating conditions</a:t>
                      </a: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3163261194"/>
                  </a:ext>
                </a:extLst>
              </a:tr>
              <a:tr h="8743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>
                          <a:effectLst/>
                        </a:rPr>
                        <a:t>Fastest Flow Stream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Corotating Vortices, Superimposed Linear Streams, Spring in Stream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Dipole, Vortex in Stream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Opposing Vortices, Rankine Vortex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Locate wall of hurricane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Fastest Tailwinds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Fastest flow for fish or debris</a:t>
                      </a: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710953312"/>
                  </a:ext>
                </a:extLst>
              </a:tr>
              <a:tr h="74858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>
                          <a:effectLst/>
                        </a:rPr>
                        <a:t>Separatrix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Dipole , Vortex in stream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Opposing Vortices, Opposing Streams, Spring in Stream, Corotating Vortices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Path that delineates bifurcating trajectories</a:t>
                      </a: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2931060181"/>
                  </a:ext>
                </a:extLst>
              </a:tr>
              <a:tr h="9146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Stagnation Point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0" spc="-5" dirty="0">
                          <a:effectLst/>
                        </a:rPr>
                        <a:t>Spring in Stream, Opposing Vortices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Vortex in Stream, Opposing Streams</a:t>
                      </a:r>
                      <a:br>
                        <a:rPr lang="en-US" sz="1200" kern="0" spc="-5" dirty="0">
                          <a:effectLst/>
                        </a:rPr>
                      </a:br>
                      <a:r>
                        <a:rPr lang="en-US" sz="1200" kern="0" spc="-5" dirty="0">
                          <a:effectLst/>
                        </a:rPr>
                        <a:t>Superimposed Linear Streams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Tracking Heat Waves</a:t>
                      </a: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3021303176"/>
                  </a:ext>
                </a:extLst>
              </a:tr>
              <a:tr h="62278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Transition Flow</a:t>
                      </a: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Superposition of flows in sub-areas</a:t>
                      </a:r>
                    </a:p>
                  </a:txBody>
                  <a:tcPr marL="44433" marR="4443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Moderate Travel zone</a:t>
                      </a:r>
                    </a:p>
                  </a:txBody>
                  <a:tcPr marL="44433" marR="44433" marT="0" marB="0"/>
                </a:tc>
                <a:extLst>
                  <a:ext uri="{0D108BD9-81ED-4DB2-BD59-A6C34878D82A}">
                    <a16:rowId xmlns:a16="http://schemas.microsoft.com/office/drawing/2014/main" val="2137048647"/>
                  </a:ext>
                </a:extLst>
              </a:tr>
            </a:tbl>
          </a:graphicData>
        </a:graphic>
      </p:graphicFrame>
      <p:pic>
        <p:nvPicPr>
          <p:cNvPr id="7" name="Picture 6" descr="A diagram of a flow chart&#10;&#10;Description automatically generated">
            <a:extLst>
              <a:ext uri="{FF2B5EF4-FFF2-40B4-BE49-F238E27FC236}">
                <a16:creationId xmlns:a16="http://schemas.microsoft.com/office/drawing/2014/main" id="{F8086966-094E-8B9A-5F6B-BC4114F77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12" y="1848675"/>
            <a:ext cx="4623604" cy="427105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2A4D53-17B0-510D-DACF-521B256D9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121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 to Stagnation Point</a:t>
            </a:r>
          </a:p>
        </p:txBody>
      </p:sp>
      <p:pic>
        <p:nvPicPr>
          <p:cNvPr id="6" name="Picture 5" descr="A graph of a line graph&#10;&#10;Description automatically generated with medium confidence">
            <a:extLst>
              <a:ext uri="{FF2B5EF4-FFF2-40B4-BE49-F238E27FC236}">
                <a16:creationId xmlns:a16="http://schemas.microsoft.com/office/drawing/2014/main" id="{75A203C0-9606-E7A3-86D6-AFCAFB8395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358"/>
          <a:stretch/>
        </p:blipFill>
        <p:spPr>
          <a:xfrm>
            <a:off x="4071085" y="1690688"/>
            <a:ext cx="4766005" cy="466065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AD6AF4-2274-AD2A-BFF3-061B36FF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D038F7-E726-E700-883E-2B39A78164F3}"/>
              </a:ext>
            </a:extLst>
          </p:cNvPr>
          <p:cNvSpPr txBox="1"/>
          <p:nvPr/>
        </p:nvSpPr>
        <p:spPr>
          <a:xfrm>
            <a:off x="3484385" y="1900413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DE687-0482-FCD6-A57A-71E57418C37B}"/>
              </a:ext>
            </a:extLst>
          </p:cNvPr>
          <p:cNvSpPr txBox="1"/>
          <p:nvPr/>
        </p:nvSpPr>
        <p:spPr>
          <a:xfrm>
            <a:off x="8610600" y="6243624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</p:spTree>
    <p:extLst>
      <p:ext uri="{BB962C8B-B14F-4D97-AF65-F5344CB8AC3E}">
        <p14:creationId xmlns:p14="http://schemas.microsoft.com/office/powerpoint/2010/main" val="10472617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Stagnation point</a:t>
            </a:r>
            <a:br>
              <a:rPr lang="en-US" dirty="0"/>
            </a:b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AD6AF4-2274-AD2A-BFF3-061B36FF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F1C1C4-ED41-EB77-57AC-DC7784D9B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821" y="136525"/>
            <a:ext cx="2798100" cy="29498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9681D2-5E41-56EF-6329-B9D5F2565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611" y="1027906"/>
            <a:ext cx="2202711" cy="26069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A89BB7-EEED-D71F-7B68-319A17E040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611" y="3889095"/>
            <a:ext cx="2326823" cy="26037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5CF7A2-CE1E-E4B3-FBC9-F95493FB73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88" y="3314930"/>
            <a:ext cx="3181233" cy="33537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4865A2-A84C-C6E2-6C00-B58E72FF58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931" y="1090096"/>
            <a:ext cx="2607047" cy="27021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E59DA5-0351-1E84-D939-525C723C0D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540" y="4104640"/>
            <a:ext cx="2326823" cy="238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6101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 to Stagnation Point</a:t>
            </a:r>
          </a:p>
        </p:txBody>
      </p:sp>
      <p:pic>
        <p:nvPicPr>
          <p:cNvPr id="6" name="Picture 5" descr="A graph of a line graph&#10;&#10;Description automatically generated with medium confidence">
            <a:extLst>
              <a:ext uri="{FF2B5EF4-FFF2-40B4-BE49-F238E27FC236}">
                <a16:creationId xmlns:a16="http://schemas.microsoft.com/office/drawing/2014/main" id="{75A203C0-9606-E7A3-86D6-AFCAFB8395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358"/>
          <a:stretch/>
        </p:blipFill>
        <p:spPr>
          <a:xfrm>
            <a:off x="6479267" y="1580464"/>
            <a:ext cx="4766005" cy="466065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AD6AF4-2274-AD2A-BFF3-061B36FF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D038F7-E726-E700-883E-2B39A78164F3}"/>
              </a:ext>
            </a:extLst>
          </p:cNvPr>
          <p:cNvSpPr txBox="1"/>
          <p:nvPr/>
        </p:nvSpPr>
        <p:spPr>
          <a:xfrm>
            <a:off x="6119068" y="1475244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DE687-0482-FCD6-A57A-71E57418C37B}"/>
              </a:ext>
            </a:extLst>
          </p:cNvPr>
          <p:cNvSpPr txBox="1"/>
          <p:nvPr/>
        </p:nvSpPr>
        <p:spPr>
          <a:xfrm>
            <a:off x="10917573" y="6149008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0EBEDE-7F08-3A3B-E0C1-B7D9B5499FE9}"/>
                  </a:ext>
                </a:extLst>
              </p:cNvPr>
              <p:cNvSpPr txBox="1"/>
              <p:nvPr/>
            </p:nvSpPr>
            <p:spPr>
              <a:xfrm>
                <a:off x="1208015" y="1929468"/>
                <a:ext cx="4504719" cy="3912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1800" kern="100" dirty="0"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z</a:t>
                </a:r>
                <a:r>
                  <a:rPr lang="en-US" sz="1800" kern="100" baseline="-25000" dirty="0"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i </a:t>
                </a:r>
                <a:r>
                  <a:rPr lang="en-US" sz="1800" kern="100" dirty="0"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 = ||</a:t>
                </a:r>
                <a:r>
                  <a:rPr lang="en-US" sz="1800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sz="18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80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800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8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800" kern="100" dirty="0"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|| = </a:t>
                </a:r>
                <a:r>
                  <a:rPr lang="en-US" sz="18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magnitude of vector reading for robot (</a:t>
                </a:r>
                <a:r>
                  <a:rPr lang="en-US" sz="1800" kern="100" dirty="0" err="1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sz="18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8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"/>
                    <a:ea typeface="Aptos" panose="020B0004020202020204" pitchFamily="34" charset="0"/>
                    <a:cs typeface="Times New Roman" panose="02020603050405020304" pitchFamily="18" charset="0"/>
                  </a:rPr>
                  <a:t> = Velocity of cluster frame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endParaRPr lang="en-US" i="1" kern="100" dirty="0">
                  <a:latin typeface="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endParaRPr lang="en-US" sz="1800" i="1" kern="100" dirty="0">
                  <a:latin typeface="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endParaRPr lang="en-US" i="1" kern="100" dirty="0">
                  <a:latin typeface="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endParaRPr lang="en-US" sz="1800" i="1" kern="100" dirty="0">
                  <a:latin typeface="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endParaRPr lang="en-US" sz="1800" i="1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i="1" kern="1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D0D0D"/>
                    </a:solidFill>
                    <a:latin typeface="KaTeX_Main"/>
                  </a:rPr>
                  <a:t>=</a:t>
                </a:r>
                <a:r>
                  <a:rPr lang="en-US" i="1" dirty="0">
                    <a:solidFill>
                      <a:srgbClr val="0D0D0D"/>
                    </a:solidFill>
                    <a:latin typeface="KaTeX_Math"/>
                  </a:rPr>
                  <a:t>k</a:t>
                </a:r>
                <a:r>
                  <a:rPr lang="en-US" kern="1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𝒈𝒓𝒂𝒅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0EBEDE-7F08-3A3B-E0C1-B7D9B5499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015" y="1929468"/>
                <a:ext cx="4504719" cy="3912866"/>
              </a:xfrm>
              <a:prstGeom prst="rect">
                <a:avLst/>
              </a:prstGeom>
              <a:blipFill>
                <a:blip r:embed="rId4"/>
                <a:stretch>
                  <a:fillRect l="-1127" t="-649" b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94E93978-113B-2E2C-CC80-FB9484D19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4362" y="3201155"/>
            <a:ext cx="3222885" cy="21485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841EE2-9BF0-E3FD-802A-5045C1AAB4D1}"/>
              </a:ext>
            </a:extLst>
          </p:cNvPr>
          <p:cNvSpPr txBox="1"/>
          <p:nvPr/>
        </p:nvSpPr>
        <p:spPr>
          <a:xfrm>
            <a:off x="3391329" y="5134301"/>
            <a:ext cx="213222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002268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Separatrix Riding Technique</a:t>
            </a:r>
          </a:p>
        </p:txBody>
      </p:sp>
      <p:pic>
        <p:nvPicPr>
          <p:cNvPr id="6" name="Picture 5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94AE5098-22E3-D7CF-981A-F56B08BE8A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09"/>
          <a:stretch/>
        </p:blipFill>
        <p:spPr>
          <a:xfrm>
            <a:off x="3279980" y="1650989"/>
            <a:ext cx="4916064" cy="473631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ABA248-09CF-4096-9FB4-9FCD6380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AC1DBC-6401-9DEE-3938-1746FF027580}"/>
              </a:ext>
            </a:extLst>
          </p:cNvPr>
          <p:cNvSpPr txBox="1"/>
          <p:nvPr/>
        </p:nvSpPr>
        <p:spPr>
          <a:xfrm>
            <a:off x="8107259" y="6323468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B226C6-DC81-A2E1-40A2-26679B8C46BA}"/>
              </a:ext>
            </a:extLst>
          </p:cNvPr>
          <p:cNvSpPr txBox="1"/>
          <p:nvPr/>
        </p:nvSpPr>
        <p:spPr>
          <a:xfrm>
            <a:off x="2793418" y="1650156"/>
            <a:ext cx="5033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meters</a:t>
            </a:r>
          </a:p>
        </p:txBody>
      </p:sp>
    </p:spTree>
    <p:extLst>
      <p:ext uri="{BB962C8B-B14F-4D97-AF65-F5344CB8AC3E}">
        <p14:creationId xmlns:p14="http://schemas.microsoft.com/office/powerpoint/2010/main" val="2877889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Separatrix Riding Technique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9DFAD6-BD40-6144-A04B-3E0FF7CD303D}"/>
              </a:ext>
            </a:extLst>
          </p:cNvPr>
          <p:cNvSpPr txBox="1"/>
          <p:nvPr/>
        </p:nvSpPr>
        <p:spPr>
          <a:xfrm>
            <a:off x="936701" y="1690688"/>
            <a:ext cx="8976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separatrix is a boundary in phase space separating regions of different dynamics.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D1AC438-3A88-9709-822F-701E53393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07CDA5-2B46-BF1C-4D8B-250638FF45E1}"/>
              </a:ext>
            </a:extLst>
          </p:cNvPr>
          <p:cNvSpPr txBox="1"/>
          <p:nvPr/>
        </p:nvSpPr>
        <p:spPr>
          <a:xfrm>
            <a:off x="6342927" y="3200917"/>
            <a:ext cx="50108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Nonlinear field </a:t>
            </a:r>
            <a:r>
              <a:rPr lang="en-US" dirty="0">
                <a:sym typeface="Wingdings" pitchFamily="2" charset="2"/>
              </a:rPr>
              <a:t> Nonlinear control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What is the sliding mode?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How do I chatter?</a:t>
            </a:r>
          </a:p>
        </p:txBody>
      </p:sp>
      <p:pic>
        <p:nvPicPr>
          <p:cNvPr id="11" name="Picture 10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C835F519-077D-47CE-E43E-E1247087FC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94"/>
          <a:stretch/>
        </p:blipFill>
        <p:spPr>
          <a:xfrm>
            <a:off x="626102" y="2210765"/>
            <a:ext cx="4760383" cy="451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348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Separatrix Riding Technique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9DFAD6-BD40-6144-A04B-3E0FF7CD303D}"/>
                  </a:ext>
                </a:extLst>
              </p:cNvPr>
              <p:cNvSpPr txBox="1"/>
              <p:nvPr/>
            </p:nvSpPr>
            <p:spPr>
              <a:xfrm>
                <a:off x="-2" y="1862089"/>
                <a:ext cx="6875363" cy="1877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000" dirty="0">
                    <a:latin typeface=""/>
                  </a:rPr>
                  <a:t>SUM = Calculate the vector sum</a:t>
                </a:r>
              </a:p>
              <a:p>
                <a:pPr lvl="1"/>
                <a:r>
                  <a:rPr lang="en-US" sz="2000" dirty="0">
                    <a:latin typeface=""/>
                  </a:rPr>
                  <a:t>A = Choose vector with largest cosine similarity to SUM</a:t>
                </a:r>
              </a:p>
              <a:p>
                <a:pPr lvl="1"/>
                <a:r>
                  <a:rPr lang="en-US" sz="2000" dirty="0">
                    <a:latin typeface=""/>
                  </a:rPr>
                  <a:t>B = Choose vector with smallest cosine similarity to A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0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0D0D0D"/>
                    </a:solidFill>
                    <a:latin typeface="KaTeX_Main"/>
                  </a:rPr>
                  <a:t>=</a:t>
                </a:r>
                <a:r>
                  <a:rPr lang="en-US" sz="2000" i="1" dirty="0">
                    <a:solidFill>
                      <a:srgbClr val="0D0D0D"/>
                    </a:solidFill>
                    <a:latin typeface="KaTeX_Math"/>
                  </a:rPr>
                  <a:t>k </a:t>
                </a:r>
                <a:r>
                  <a:rPr lang="en-US" sz="2000" b="1" i="1" dirty="0">
                    <a:solidFill>
                      <a:srgbClr val="0D0D0D"/>
                    </a:solidFill>
                    <a:latin typeface="KaTeX_Math"/>
                  </a:rPr>
                  <a:t>B</a:t>
                </a:r>
                <a:endParaRPr lang="en-US" sz="2000" b="1" dirty="0">
                  <a:latin typeface=""/>
                </a:endParaRPr>
              </a:p>
              <a:p>
                <a:pPr lvl="1"/>
                <a:endParaRPr lang="en-US" dirty="0">
                  <a:latin typeface=""/>
                </a:endParaRPr>
              </a:p>
              <a:p>
                <a:pPr lvl="1"/>
                <a:endParaRPr lang="en-US" dirty="0">
                  <a:latin typeface="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9DFAD6-BD40-6144-A04B-3E0FF7CD3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1862089"/>
                <a:ext cx="6875363" cy="1877437"/>
              </a:xfrm>
              <a:prstGeom prst="rect">
                <a:avLst/>
              </a:prstGeom>
              <a:blipFill>
                <a:blip r:embed="rId2"/>
                <a:stretch>
                  <a:fillRect t="-1342" r="-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D1AC438-3A88-9709-822F-701E53393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28</a:t>
            </a:fld>
            <a:endParaRPr lang="en-US"/>
          </a:p>
        </p:txBody>
      </p:sp>
      <p:pic>
        <p:nvPicPr>
          <p:cNvPr id="4" name="Picture 3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9FFA8B54-555D-0A1F-F225-5F28DDCA9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039" y="1517067"/>
            <a:ext cx="5162309" cy="49463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789E0A-265B-5519-CD53-CDBE7E747D68}"/>
              </a:ext>
            </a:extLst>
          </p:cNvPr>
          <p:cNvSpPr txBox="1"/>
          <p:nvPr/>
        </p:nvSpPr>
        <p:spPr>
          <a:xfrm>
            <a:off x="8666462" y="5523761"/>
            <a:ext cx="66273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SUM</a:t>
            </a:r>
          </a:p>
        </p:txBody>
      </p:sp>
      <p:pic>
        <p:nvPicPr>
          <p:cNvPr id="11" name="Picture 10" descr="A math equations and numbers&#10;&#10;Description automatically generated with medium confidence">
            <a:extLst>
              <a:ext uri="{FF2B5EF4-FFF2-40B4-BE49-F238E27FC236}">
                <a16:creationId xmlns:a16="http://schemas.microsoft.com/office/drawing/2014/main" id="{9CD34333-C113-F2FD-DC67-F23C42FCF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23" y="4349909"/>
            <a:ext cx="6730839" cy="161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8832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Expected Results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Expected Challenges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238AE1-E1A0-94BD-3DCA-3CA5F490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29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236BA9-665D-CEA1-2503-B609FE1AAFE0}"/>
              </a:ext>
            </a:extLst>
          </p:cNvPr>
          <p:cNvSpPr txBox="1">
            <a:spLocks/>
          </p:cNvSpPr>
          <p:nvPr/>
        </p:nvSpPr>
        <p:spPr>
          <a:xfrm>
            <a:off x="235544" y="351550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Introduction</a:t>
            </a:r>
            <a:br>
              <a:rPr lang="en-US" sz="2400" dirty="0"/>
            </a:br>
            <a:r>
              <a:rPr lang="en-US" sz="2400" dirty="0"/>
              <a:t>Problem Statement</a:t>
            </a:r>
            <a:br>
              <a:rPr lang="en-US" sz="2400" dirty="0"/>
            </a:br>
            <a:r>
              <a:rPr lang="en-US" sz="2400" dirty="0"/>
              <a:t>Literature Review</a:t>
            </a:r>
            <a:br>
              <a:rPr lang="en-US" sz="2400" dirty="0"/>
            </a:br>
            <a:r>
              <a:rPr lang="en-US" sz="2400" dirty="0"/>
              <a:t>Methodology</a:t>
            </a:r>
            <a:br>
              <a:rPr lang="en-US" sz="2400" dirty="0"/>
            </a:br>
            <a:r>
              <a:rPr lang="en-US" sz="2400" dirty="0"/>
              <a:t>Preliminary Results</a:t>
            </a:r>
            <a:br>
              <a:rPr lang="en-US" sz="2800" dirty="0"/>
            </a:br>
            <a:r>
              <a:rPr lang="en-US" sz="3200" dirty="0">
                <a:solidFill>
                  <a:srgbClr val="FFFFFF"/>
                </a:solidFill>
              </a:rPr>
              <a:t>Expected Outcomes</a:t>
            </a:r>
            <a:br>
              <a:rPr lang="en-US" sz="2800" dirty="0"/>
            </a:br>
            <a:r>
              <a:rPr lang="en-US" sz="2400" dirty="0"/>
              <a:t>Timeline</a:t>
            </a:r>
            <a:br>
              <a:rPr lang="en-US" sz="2400" dirty="0"/>
            </a:br>
            <a:r>
              <a:rPr lang="en-US" sz="2400" dirty="0"/>
              <a:t>Implication of Findings</a:t>
            </a:r>
            <a:br>
              <a:rPr lang="en-US" sz="2400" dirty="0"/>
            </a:br>
            <a:r>
              <a:rPr lang="en-US" sz="2400" dirty="0"/>
              <a:t>Summary</a:t>
            </a:r>
            <a:br>
              <a:rPr lang="en-US" sz="2400" dirty="0"/>
            </a:br>
            <a:r>
              <a:rPr lang="en-US" sz="24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6617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Results at Completion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12615"/>
          </a:xfrm>
        </p:spPr>
        <p:txBody>
          <a:bodyPr>
            <a:norm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 of a simple Vector Field modelling tool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Catalog of Vector Field Features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Design and Analysis of Vector Field Primitives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Experimental verification of 2D cases on indoor test bed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Dry run of outdoor experiment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09DA0-FED6-BEE2-3B99-530FB6D0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9940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Challenges and Mitigations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51068"/>
          </a:xfrm>
        </p:spPr>
        <p:txBody>
          <a:bodyPr>
            <a:norm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Imperfect communication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Decentralized controller.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 time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BigO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Runtime Optimization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 Collison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self collision avoidance 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Degenerate Formations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itchFamily="2" charset="2"/>
              </a:rPr>
              <a:t>  Singularity 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avoidance techniques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Dynamic Environments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Temporal modelling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3D Visualizations 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Unreal Engine?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BC94C-EC4B-FC10-79B4-25C5B0783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 descr="A white circle with a white line&#10;&#10;Description automatically generated with medium confidence">
            <a:extLst>
              <a:ext uri="{FF2B5EF4-FFF2-40B4-BE49-F238E27FC236}">
                <a16:creationId xmlns:a16="http://schemas.microsoft.com/office/drawing/2014/main" id="{7980E386-6B25-9E8D-1B0A-8049BD5A3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537075"/>
            <a:ext cx="4579878" cy="1955800"/>
          </a:xfrm>
          <a:prstGeom prst="rect">
            <a:avLst/>
          </a:prstGeom>
        </p:spPr>
      </p:pic>
      <p:pic>
        <p:nvPicPr>
          <p:cNvPr id="8" name="Picture 7" descr="A mountain range with a blue sky&#10;&#10;Description automatically generated">
            <a:extLst>
              <a:ext uri="{FF2B5EF4-FFF2-40B4-BE49-F238E27FC236}">
                <a16:creationId xmlns:a16="http://schemas.microsoft.com/office/drawing/2014/main" id="{0AEF1349-0C0E-EB10-5023-4C1D2F186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671" y="4537075"/>
            <a:ext cx="5054600" cy="19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853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2B80ED-AA59-BDA5-298D-395C87A73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FCCFB3-BCC7-C3CE-2B50-B48FCBF1F698}"/>
              </a:ext>
            </a:extLst>
          </p:cNvPr>
          <p:cNvSpPr txBox="1">
            <a:spLocks/>
          </p:cNvSpPr>
          <p:nvPr/>
        </p:nvSpPr>
        <p:spPr>
          <a:xfrm>
            <a:off x="235544" y="404292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4000" dirty="0">
                <a:solidFill>
                  <a:srgbClr val="FFFFFF"/>
                </a:solidFill>
              </a:rPr>
              <a:t>Timeline</a:t>
            </a:r>
            <a:br>
              <a:rPr lang="en-US" sz="2800" dirty="0"/>
            </a:br>
            <a:r>
              <a:rPr lang="en-US" sz="2800" dirty="0"/>
              <a:t>Implication of Findings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6885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2024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May/June – Rebuild Simulation tools and baseline of indoor testing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July/Aug – Stability Analysis of current primitives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Sep/Oct – Performance Analysis with increasing number of robots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Nov/Dec –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Indoor Testing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2025</a:t>
            </a: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Jan/Feb – Search for new primitives (2D and 3D)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Mar/April  –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Stability Analysis and Big O analysis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May - Indoor Testing</a:t>
            </a: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June/July – Plan, Design, Execute Outdoor Test</a:t>
            </a: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Aug / Sep - Decentralized control and discrete sampling Analysis</a:t>
            </a:r>
          </a:p>
          <a:p>
            <a:pPr marL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Oct – Indoor Testing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Nov – Thesis Writing and Defending</a:t>
            </a: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Dec – Hand off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8C862-7104-51B2-B1DD-F8E690CA3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593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B08FCC-A721-9BB8-0FE3-6A530D25D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34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BD8D10-6A3A-D3FB-10B4-C9DD4217E240}"/>
              </a:ext>
            </a:extLst>
          </p:cNvPr>
          <p:cNvSpPr txBox="1">
            <a:spLocks/>
          </p:cNvSpPr>
          <p:nvPr/>
        </p:nvSpPr>
        <p:spPr>
          <a:xfrm>
            <a:off x="210083" y="335817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4000" dirty="0">
                <a:solidFill>
                  <a:srgbClr val="FFFFFF"/>
                </a:solidFill>
              </a:rPr>
              <a:t>Implications</a:t>
            </a:r>
            <a:br>
              <a:rPr lang="en-US" sz="2800" dirty="0"/>
            </a:br>
            <a:r>
              <a:rPr lang="en-US" sz="2800" dirty="0"/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224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of Findings / Potential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Autonomous Navigation of Vector Fields.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Efficiencies in navigation and in search.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Incorporation into existing controllers.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Cross sectoral applications and multi-domain use cases: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Finding fastest flow for debris collection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Obstacle avoidance routines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Aerial Drones efficiencies with tailwinds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F7ACD-CB39-2C64-2A7E-E64F4F79D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041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Importance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Recap of Current Efforts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62D822-F8B4-6ED1-AFA2-EBE83F43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9806E8-E9D3-2F01-8387-40A41065B70B}"/>
              </a:ext>
            </a:extLst>
          </p:cNvPr>
          <p:cNvSpPr txBox="1">
            <a:spLocks/>
          </p:cNvSpPr>
          <p:nvPr/>
        </p:nvSpPr>
        <p:spPr>
          <a:xfrm>
            <a:off x="210083" y="335817"/>
            <a:ext cx="4213955" cy="613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Introduction</a:t>
            </a:r>
            <a:br>
              <a:rPr lang="en-US" sz="4000" dirty="0"/>
            </a:br>
            <a:r>
              <a:rPr lang="en-US" sz="2800" dirty="0"/>
              <a:t>Problem Statement</a:t>
            </a:r>
            <a:br>
              <a:rPr lang="en-US" sz="2800" dirty="0"/>
            </a:br>
            <a:r>
              <a:rPr lang="en-US" sz="2800" dirty="0"/>
              <a:t>Literature Review</a:t>
            </a:r>
            <a:br>
              <a:rPr lang="en-US" sz="2800" dirty="0"/>
            </a:br>
            <a:r>
              <a:rPr lang="en-US" sz="2800" dirty="0"/>
              <a:t>Methodology</a:t>
            </a:r>
            <a:br>
              <a:rPr lang="en-US" sz="2800" dirty="0"/>
            </a:br>
            <a:r>
              <a:rPr lang="en-US" sz="2800" dirty="0"/>
              <a:t>Preliminary Results</a:t>
            </a:r>
            <a:br>
              <a:rPr lang="en-US" sz="2800" dirty="0"/>
            </a:br>
            <a:r>
              <a:rPr lang="en-US" sz="2800" dirty="0"/>
              <a:t>Expected Outcomes</a:t>
            </a:r>
            <a:br>
              <a:rPr lang="en-US" sz="2800" dirty="0"/>
            </a:br>
            <a:r>
              <a:rPr lang="en-US" sz="2800" dirty="0"/>
              <a:t>Timeline</a:t>
            </a:r>
            <a:br>
              <a:rPr lang="en-US" sz="2800" dirty="0"/>
            </a:br>
            <a:r>
              <a:rPr lang="en-US" sz="2800" dirty="0"/>
              <a:t>Implications</a:t>
            </a:r>
            <a:br>
              <a:rPr lang="en-US" sz="2800" dirty="0"/>
            </a:br>
            <a:r>
              <a:rPr lang="en-US" sz="4000" dirty="0">
                <a:solidFill>
                  <a:srgbClr val="FFFFFF"/>
                </a:solidFill>
              </a:rPr>
              <a:t>Summary</a:t>
            </a:r>
            <a:br>
              <a:rPr lang="en-US" sz="2800" dirty="0"/>
            </a:br>
            <a:r>
              <a:rPr lang="en-US" sz="2800" dirty="0"/>
              <a:t>Question and Answers</a:t>
            </a:r>
            <a:br>
              <a:rPr lang="en-US" sz="4000" dirty="0"/>
            </a:b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8827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/>
              <a:t>Can we design and analyze adaptive navigation methods for multirobot systems to maneuver through complex and dynamic vector fields to specified regions and trajectories interest?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research will extend the work of multirobot in vector fields by:</a:t>
            </a:r>
          </a:p>
          <a:p>
            <a:pPr marL="457200" lvl="1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Creating a </a:t>
            </a: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methodological way of modelling vector 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fields for multirobot research.</a:t>
            </a:r>
          </a:p>
          <a:p>
            <a:pPr marL="457200" lvl="1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Creating a catalogue of </a:t>
            </a: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regions of interest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within vector fields.</a:t>
            </a:r>
          </a:p>
          <a:p>
            <a:pPr marL="457200" lvl="1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Design and Analysis of control</a:t>
            </a: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primitives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vector fields.</a:t>
            </a:r>
          </a:p>
          <a:p>
            <a:pPr marL="457200" lvl="1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 success off these primitives </a:t>
            </a: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simulation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a physical test bed</a:t>
            </a: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lvl="1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Findings can be implemented in existing controller architectures.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Findings are applicable on land, sea, sky, and space.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9DB0B-9BD4-FE92-85F3-1766FC608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077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7527F-1D9A-E13D-1333-647A89E4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1236" y="5393184"/>
            <a:ext cx="2596237" cy="81133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and Answers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4F5524-D15D-9DBC-C416-1A3DC1CC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671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7527F-1D9A-E13D-1333-647A89E4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988366-2942-0C3C-2F79-61F3694B2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References</a:t>
            </a:r>
          </a:p>
          <a:p>
            <a:pPr marL="0" indent="0">
              <a:buNone/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Additional Slides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F631AE-96BA-4852-9C0D-399E95F4B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045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1381"/>
            <a:ext cx="10515600" cy="4351338"/>
          </a:xfrm>
        </p:spPr>
        <p:txBody>
          <a:bodyPr>
            <a:normAutofit/>
          </a:bodyPr>
          <a:lstStyle/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2"/>
              </a:rPr>
              <a:t>[1]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Adamek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Thomas, Christopher A. Kitts, and Ignacio Mas. "Gradient-based cluster space navigation for autonomous surface vessels."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IEEE/ASME Transactions on Mechatronics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20.2 (2014): 506-518.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3"/>
              </a:rPr>
              <a:t>[2]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C. A. Kitts and I. Mas, "Cluster Space Specification and Control of Mobile Multirobot Systems," in IEEE/ASME Transactions on Mechatronics, vol. 14, no. 2, pp. 207-218, April 2009,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doi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: 10.1109/TMECH.2009.2013943.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4"/>
              </a:rPr>
              <a:t>[3]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I. Mas, S. Li, J.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Acain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and C. A. Kitts, “Entrapment/escorting and patrolling missions in multi-robot cluster space control,” in Proc. IEEE/RSJ Int. Conf.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Intell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Robots Syst., St. Louis, MO, USA, Oct. 2009, pp. 5855– 5861.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5"/>
              </a:rPr>
              <a:t>[4]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M. Woolsey, C. A. Kitts and M. A. Neumann, "Gradient-based Adaptive Navigation of Multiple Diving Autonomous Surface Vehicles," </a:t>
            </a:r>
            <a:r>
              <a:rPr lang="en-US" sz="800" b="0" i="1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OCEANS 2022, Hampton Roads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Hampton Roads, VA, USA, 2022, pp. 1-8, </a:t>
            </a:r>
            <a:r>
              <a:rPr lang="en-US" sz="800" b="0" i="0" u="none" strike="noStrike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doi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: 10.1109/OCEANS47191.2022.9977006.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6"/>
              </a:rPr>
              <a:t>[5]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C. A. Kitts and M.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Egerstedt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“Design, control, and applications of real world multirobot systems [from the Guest Editors],” IEEE Robot.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Autom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Mag., vol. 15, no. 1, p. 8, Mar. 2008.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7"/>
              </a:rPr>
              <a:t>[6]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Lee, Robert K., et al. "3-d adaptive navigation: Multirobot formation control for seeking and tracking of a moving source."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2020 IEEE Aerospace Conference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IEEE, 2020.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8"/>
              </a:rPr>
              <a:t>[7]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S. T. Hart and C. A. Kitts, "Unifying Control Architecture for Reactive Particle Swarms," in </a:t>
            </a:r>
            <a:r>
              <a:rPr lang="en-US" sz="800" b="0" i="1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IEEE/ASME Transactions on Mechatronics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vol. 28, no. 2, pp. 873-883, April 2023, </a:t>
            </a:r>
            <a:r>
              <a:rPr lang="en-US" sz="800" b="0" i="0" u="none" strike="noStrike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doi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: 10.1109/TMECH.2022.3211155.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9"/>
              </a:rPr>
              <a:t>[8]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Hart, Shae T., Jake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Kamenetsky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Christopher A. Kitts. "Dynamic Elliptical Shaping Control for Swarm Robots."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</a:t>
            </a:r>
            <a:r>
              <a:rPr lang="en-US" sz="800" b="0" i="0" u="none" strike="noStrike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EEE Access 11 (2023): 17454-17470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0"/>
              </a:rPr>
              <a:t>[9]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McDonald, Robert T., et al. "Navigation of scalar fronts with multirobot clusters in simulation and experiment."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Systems Journal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14.3 (2020): 3755-3766.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1"/>
              </a:rPr>
              <a:t>[10]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C. A. Kitts, R. T. McDonald, and M. A. Neumann, “Adaptive navigation control primitives for multirobot clusters: Extrema finding, contour following, ridge/trench following, and saddle point station keeping,” IEEE Access, vol. 6, pp. 17 625–17 642, 2018.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2"/>
              </a:rPr>
              <a:t>[11]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Trakas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Panagiotis S., Andreas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Tantoulas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Charalampos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P.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Bechlioulis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"Formation Control of Nonlinear Multi-Agent Systems with Nested Input Saturation."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Applied Sciences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14.1 (2023): 213.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13"/>
              </a:rPr>
              <a:t>[12]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Matveev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Alexey, et al. "Non-Gradient Based Tracking of Environmental Field Isolines in a Changing Medium by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Dubins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-Vehicle Type Robots."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Automatic Control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(2023).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14"/>
              </a:rPr>
              <a:t>[13]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Cooper, Ryan, et al. "Initial Study of Multirobot Adaptive Navigation for Exploring Environmental Vector Fields."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2019 IEEE Aerospace Conference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IEEE, 2019.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5"/>
              </a:rPr>
              <a:t>[14]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Mas, Ignacio, and Christopher Kitts. "Quaternions and dual quaternions: Singularity-free multirobot formation control."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Journal of Intelligent &amp; Robotic Systems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87 (2017): 643-660.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16"/>
              </a:rPr>
              <a:t>[15]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Wang, J., Guo, Y., Fahad, M., and Bingham, B., 2019, “Dynamic Plume Tracking by Cooperative Robots,” IEEE/ASME Transactions on Mechatronics, early access.</a:t>
            </a: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7"/>
              </a:rPr>
              <a:t>[16]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Braquet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Martin, and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Efstathios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Bakolas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"Vector field-based collision avoidance for moving obstacles with time-varying elliptical shape."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IFAC-</a:t>
            </a:r>
            <a:r>
              <a:rPr lang="en-US" sz="800" b="0" i="1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PapersOnLine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55.37 (2022): 587-592.</a:t>
            </a:r>
            <a:endParaRPr lang="en-US" sz="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E1402-6137-59C0-868D-CBDD22955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169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9A37-D20C-38E3-AEDF-834CD52B9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2"/>
              </a:rPr>
              <a:t>[17]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Liddy, Tommie, et al. "Obstacle avoidance using complex vector fields."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Proc. of the 2008 Australasian Conference on Robotics and Automation, Canberra, Australia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2008. 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3"/>
              </a:rPr>
              <a:t>[18]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Nelson, Derek R., et al. "Vector field path following for miniature air vehicles."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Robotics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23.3 (2007): 519-529.</a:t>
            </a:r>
          </a:p>
          <a:p>
            <a:pPr algn="just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4"/>
              </a:rPr>
              <a:t>[19]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Hu, Bin-Bin, et al. "Spontaneous-Ordering Platoon Control for Multirobot Path Navigation Using Guiding Vector Fields."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Robotics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(2023).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5"/>
              </a:rPr>
              <a:t>[20]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Garg, Kunal, and Dimitra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Panagou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"Finite-time estimation and control for multi-aircraft systems under wind and dynamic obstacles."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Journal of Guidance, Control, and Dynamics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42.7 (2019): 1489-1505.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6"/>
              </a:rPr>
              <a:t>[21]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Yao,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Weijia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et al. "Singularity-free guiding vector field for robot navigation."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Robotics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37.4 (2021): 1206-1221.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7"/>
              </a:rPr>
              <a:t>[22]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Rajabhandharaks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Danop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et al. "Indoor Testbed for Vector Field Multirobot Adaptive Navigation: Feasibility Study."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International Design Engineering Technical Conferences and Computers and Information in Engineering Conference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Vol. 59292. American Society of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Mecha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nical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Engineers, 2019.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8"/>
              </a:rPr>
              <a:t>[23]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Matveev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Alexey, et al. "Gradient-free tracking of unsteady environmental level sets in dynamic environments by a nonholonomic robot."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IFAC-</a:t>
            </a:r>
            <a:r>
              <a:rPr lang="en-US" sz="800" b="0" i="1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PapersOnLine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53.2 (2020): 9256-9261.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9"/>
              </a:rPr>
              <a:t>[24]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R. K. Lee, C. A. Kitts, M. A. Neumann and R. T.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Mcdonald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"Multiple UAV Adaptive Navigation for Three-Dimensional Scalar Fields," in IEEE Access, vol. 9, pp. 122626-122654, 2021,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doi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10.1109/ACCESS.2021.3107854.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0"/>
              </a:rPr>
              <a:t>[25]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Thangavelautham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Jekan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Yinan Xu. "Co-Evolution of Multi-Robot Controllers and Task Cues for Off-World Open Pit Mining." </a:t>
            </a:r>
            <a:r>
              <a:rPr lang="en-US" sz="800" b="0" i="1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arXiv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preprint arXiv:2009.09149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(2020).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1"/>
              </a:rPr>
              <a:t>[26]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Kalita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Himangshu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et al. "Guidance, navigation and control of multirobot systems in cooperative cliff climbing." </a:t>
            </a:r>
            <a:r>
              <a:rPr lang="en-US" sz="800" b="0" i="1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arXiv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preprint arXiv:1701.07553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(2017).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2"/>
              </a:rPr>
              <a:t>[27]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Bychkov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I. V., A. A.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Tolstikhin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S. A. Ulyanov. "A lobster-inspired multi-robot control strategy for monitoring non-stationary concentration fields."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Journal of Physics: Conference Series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Vol. 2099. No. 1. IOP Publishing, 2021.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Calibri" panose="020F0502020204030204" pitchFamily="34" charset="0"/>
                <a:hlinkClick r:id="rId13"/>
              </a:rPr>
              <a:t>[28]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Li, Shuai,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Ruofan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Kong, and Yi Guo. "Cooperative distributed source seeking by multiple robots: Algorithms and experiments."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IEEE/ASME Transactions on mechatronics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19.6 (2014): 1810-1820.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4"/>
              </a:rPr>
              <a:t>[29]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Gonçalves, Vinicius Mariano, Ryan McLaughlin, and Guilherme AS Pereira. "Precise landing of autonomous aerial vehicles using vector fields."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Robotics and Automation Letters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5.3 (2020): 4337-4344.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5"/>
              </a:rPr>
              <a:t>[30]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Woolsey, Max, Michael A. Neumann, and Christopher A. Kitts. "Spiral Search Pattern for Scalable Assemblages of Uncrewed Surface Vehicles."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OCEANS 2023-MTS/IEEE US Gulf Coast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IEEE, 2023.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6"/>
              </a:rPr>
              <a:t>[31]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Hoy, Michael, Alexey S.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Matveev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Andrey V.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Savkin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"Algorithms for collision-free navigation of mobile robots in complex cluttered environments: a survey." </a:t>
            </a:r>
            <a:r>
              <a:rPr lang="en-US" sz="800" b="0" i="1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Robotica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33.3 (2015): 463-497.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7"/>
              </a:rPr>
              <a:t>[32]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Ogren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Petter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Edward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Fiorelli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Naomi </a:t>
            </a:r>
            <a:r>
              <a:rPr lang="en-US" sz="800" b="0" i="0" u="none" strike="noStrike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Ehrich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Leonard. "Cooperative control of mobile sensor networks: Adaptive gradient climbing in a distributed environment."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Automatic control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49.8 (2004): 1292-1302</a:t>
            </a:r>
            <a:endParaRPr lang="en-US" sz="800" b="0" i="0" u="none" strike="noStrike" dirty="0">
              <a:solidFill>
                <a:srgbClr val="000000"/>
              </a:solidFill>
              <a:effectLst/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800" b="0" i="0" u="sng" strike="noStrike" dirty="0">
                <a:solidFill>
                  <a:srgbClr val="1155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8"/>
              </a:rPr>
              <a:t>[33]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Bhatia, Harsh, et al. "The Helmholtz-Hodge decomposition—a survey." </a:t>
            </a:r>
            <a:r>
              <a:rPr lang="en-US" sz="800" b="0" i="1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visualization and computer graphics</a:t>
            </a:r>
            <a:r>
              <a:rPr lang="en-US" sz="800" b="0" i="0" u="none" strike="noStrike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19.8 (2012): 1386-1404.</a:t>
            </a:r>
            <a:endParaRPr lang="en-US" sz="8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38698-BB16-5AE8-78FC-379D77997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218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45B1-9DE3-BD0F-DA15-968322ED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Primitive - Intersecting Vectors Technique</a:t>
            </a:r>
          </a:p>
        </p:txBody>
      </p:sp>
      <p:pic>
        <p:nvPicPr>
          <p:cNvPr id="6" name="Picture 5" descr="A graph with red and blue arrows&#10;&#10;Description automatically generated">
            <a:extLst>
              <a:ext uri="{FF2B5EF4-FFF2-40B4-BE49-F238E27FC236}">
                <a16:creationId xmlns:a16="http://schemas.microsoft.com/office/drawing/2014/main" id="{FF3D5D4C-7E58-3C3B-2824-056444832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462" y="2193281"/>
            <a:ext cx="3767076" cy="409603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9B5F80-FF43-1F3C-48B6-1E60B9DF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00BF7-DAF8-0444-B9D5-0B6B6FE5F00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22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25576</TotalTime>
  <Words>3174</Words>
  <Application>Microsoft Macintosh PowerPoint</Application>
  <PresentationFormat>Widescreen</PresentationFormat>
  <Paragraphs>414</Paragraphs>
  <Slides>43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4" baseType="lpstr">
      <vt:lpstr>Aptos</vt:lpstr>
      <vt:lpstr>Aptos Display</vt:lpstr>
      <vt:lpstr>Arial</vt:lpstr>
      <vt:lpstr>Calibri</vt:lpstr>
      <vt:lpstr>Cambria Math</vt:lpstr>
      <vt:lpstr>KaTeX_Main</vt:lpstr>
      <vt:lpstr>KaTeX_Math</vt:lpstr>
      <vt:lpstr>Söhne</vt:lpstr>
      <vt:lpstr>Times New Roman</vt:lpstr>
      <vt:lpstr>Wingdings</vt:lpstr>
      <vt:lpstr>Office Theme</vt:lpstr>
      <vt:lpstr>Adaptive Navigation of  Multi-Robot Systems in  Vector Fields</vt:lpstr>
      <vt:lpstr>Agenda</vt:lpstr>
      <vt:lpstr>PowerPoint Presentation</vt:lpstr>
      <vt:lpstr>Introduction</vt:lpstr>
      <vt:lpstr>Multirobot Scalar Field Adaptive Navigation</vt:lpstr>
      <vt:lpstr>Robot Clusters - Simulations</vt:lpstr>
      <vt:lpstr>PowerPoint Presentation</vt:lpstr>
      <vt:lpstr> Can we design and analyze adaptive navigation methods for multirobot systems to maneuver through complex and dynamic vector fields to specified regions and trajectories interest?</vt:lpstr>
      <vt:lpstr>Can we design and analyze adaptive navigation methods for multirobot systems to maneuver through complex and dynamic vector fields to specified regions and trajectories interest?</vt:lpstr>
      <vt:lpstr>PowerPoint Presentation</vt:lpstr>
      <vt:lpstr>Adaptive Navigation in Vector Fields</vt:lpstr>
      <vt:lpstr>Vector Fields via Superposition of flows</vt:lpstr>
      <vt:lpstr>Indoor Test Bed</vt:lpstr>
      <vt:lpstr>Initial Control Primitives</vt:lpstr>
      <vt:lpstr>Open Questions</vt:lpstr>
      <vt:lpstr>PowerPoint Presentation</vt:lpstr>
      <vt:lpstr>PowerPoint Presentation</vt:lpstr>
      <vt:lpstr>Control Block Diagram</vt:lpstr>
      <vt:lpstr>Simulation</vt:lpstr>
      <vt:lpstr>Test Bed</vt:lpstr>
      <vt:lpstr>Outdoor Tests</vt:lpstr>
      <vt:lpstr>PowerPoint Presentation</vt:lpstr>
      <vt:lpstr>Regions of Interest</vt:lpstr>
      <vt:lpstr>Navigation to Stagnation Point</vt:lpstr>
      <vt:lpstr>Stagnation point </vt:lpstr>
      <vt:lpstr>Navigation to Stagnation Point</vt:lpstr>
      <vt:lpstr>Separatrix Riding Technique</vt:lpstr>
      <vt:lpstr>Separatrix Riding Technique</vt:lpstr>
      <vt:lpstr>Separatrix Riding Technique</vt:lpstr>
      <vt:lpstr>PowerPoint Presentation</vt:lpstr>
      <vt:lpstr>Expected Results at Completion</vt:lpstr>
      <vt:lpstr>Expected Challenges and Mitigations</vt:lpstr>
      <vt:lpstr>PowerPoint Presentation</vt:lpstr>
      <vt:lpstr>Next Steps</vt:lpstr>
      <vt:lpstr>PowerPoint Presentation</vt:lpstr>
      <vt:lpstr>Implications of Findings / Potential Next Steps</vt:lpstr>
      <vt:lpstr>PowerPoint Presentation</vt:lpstr>
      <vt:lpstr>Summary</vt:lpstr>
      <vt:lpstr>Thank you</vt:lpstr>
      <vt:lpstr>Appendix</vt:lpstr>
      <vt:lpstr>References</vt:lpstr>
      <vt:lpstr>References</vt:lpstr>
      <vt:lpstr>AN Primitive - Intersecting Vectors Technique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Navigation of Vector Fields using Multi-Robot Systems</dc:title>
  <dc:creator>Christopher Waight</dc:creator>
  <cp:lastModifiedBy>Christopher Waight</cp:lastModifiedBy>
  <cp:revision>16</cp:revision>
  <dcterms:created xsi:type="dcterms:W3CDTF">2024-04-22T20:59:23Z</dcterms:created>
  <dcterms:modified xsi:type="dcterms:W3CDTF">2024-05-17T06:45:29Z</dcterms:modified>
</cp:coreProperties>
</file>