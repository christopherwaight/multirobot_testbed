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43891200" cy="329184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 roundtripDataSignature="AMtx7mheCj3ki3+3HWoq2YcrRYcFyg4JF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70"/>
  </p:normalViewPr>
  <p:slideViewPr>
    <p:cSldViewPr snapToGrid="0">
      <p:cViewPr>
        <p:scale>
          <a:sx n="40" d="100"/>
          <a:sy n="40" d="100"/>
        </p:scale>
        <p:origin x="144" y="-2312"/>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1727"/>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620577"/>
            <a:ext cx="5852160" cy="3780473"/>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1726"/>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731520" y="4620577"/>
            <a:ext cx="5852160" cy="3780473"/>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1497013" y="1200150"/>
            <a:ext cx="4321175" cy="32400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291840" y="5387342"/>
            <a:ext cx="37307520" cy="1146048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5486400" y="17289782"/>
            <a:ext cx="32918400" cy="794765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4800"/>
              </a:spcBef>
              <a:spcAft>
                <a:spcPts val="0"/>
              </a:spcAft>
              <a:buClr>
                <a:schemeClr val="dk1"/>
              </a:buClr>
              <a:buSzPts val="11520"/>
              <a:buNone/>
              <a:defRPr sz="11520"/>
            </a:lvl1pPr>
            <a:lvl2pPr lvl="1" algn="ctr">
              <a:lnSpc>
                <a:spcPct val="90000"/>
              </a:lnSpc>
              <a:spcBef>
                <a:spcPts val="2400"/>
              </a:spcBef>
              <a:spcAft>
                <a:spcPts val="0"/>
              </a:spcAft>
              <a:buClr>
                <a:schemeClr val="dk1"/>
              </a:buClr>
              <a:buSzPts val="9600"/>
              <a:buNone/>
              <a:defRPr sz="9600"/>
            </a:lvl2pPr>
            <a:lvl3pPr lvl="2" algn="ctr">
              <a:lnSpc>
                <a:spcPct val="90000"/>
              </a:lnSpc>
              <a:spcBef>
                <a:spcPts val="2400"/>
              </a:spcBef>
              <a:spcAft>
                <a:spcPts val="0"/>
              </a:spcAft>
              <a:buClr>
                <a:schemeClr val="dk1"/>
              </a:buClr>
              <a:buSzPts val="8640"/>
              <a:buNone/>
              <a:defRPr sz="8640"/>
            </a:lvl3pPr>
            <a:lvl4pPr lvl="3" algn="ctr">
              <a:lnSpc>
                <a:spcPct val="90000"/>
              </a:lnSpc>
              <a:spcBef>
                <a:spcPts val="2400"/>
              </a:spcBef>
              <a:spcAft>
                <a:spcPts val="0"/>
              </a:spcAft>
              <a:buClr>
                <a:schemeClr val="dk1"/>
              </a:buClr>
              <a:buSzPts val="7680"/>
              <a:buNone/>
              <a:defRPr sz="7680"/>
            </a:lvl4pPr>
            <a:lvl5pPr lvl="4" algn="ctr">
              <a:lnSpc>
                <a:spcPct val="90000"/>
              </a:lnSpc>
              <a:spcBef>
                <a:spcPts val="2400"/>
              </a:spcBef>
              <a:spcAft>
                <a:spcPts val="0"/>
              </a:spcAft>
              <a:buClr>
                <a:schemeClr val="dk1"/>
              </a:buClr>
              <a:buSzPts val="7680"/>
              <a:buNone/>
              <a:defRPr sz="7680"/>
            </a:lvl5pPr>
            <a:lvl6pPr lvl="5" algn="ctr">
              <a:lnSpc>
                <a:spcPct val="90000"/>
              </a:lnSpc>
              <a:spcBef>
                <a:spcPts val="2400"/>
              </a:spcBef>
              <a:spcAft>
                <a:spcPts val="0"/>
              </a:spcAft>
              <a:buClr>
                <a:schemeClr val="dk1"/>
              </a:buClr>
              <a:buSzPts val="7680"/>
              <a:buNone/>
              <a:defRPr sz="7680"/>
            </a:lvl6pPr>
            <a:lvl7pPr lvl="6" algn="ctr">
              <a:lnSpc>
                <a:spcPct val="90000"/>
              </a:lnSpc>
              <a:spcBef>
                <a:spcPts val="2400"/>
              </a:spcBef>
              <a:spcAft>
                <a:spcPts val="0"/>
              </a:spcAft>
              <a:buClr>
                <a:schemeClr val="dk1"/>
              </a:buClr>
              <a:buSzPts val="7680"/>
              <a:buNone/>
              <a:defRPr sz="7680"/>
            </a:lvl7pPr>
            <a:lvl8pPr lvl="7" algn="ctr">
              <a:lnSpc>
                <a:spcPct val="90000"/>
              </a:lnSpc>
              <a:spcBef>
                <a:spcPts val="2400"/>
              </a:spcBef>
              <a:spcAft>
                <a:spcPts val="0"/>
              </a:spcAft>
              <a:buClr>
                <a:schemeClr val="dk1"/>
              </a:buClr>
              <a:buSzPts val="7680"/>
              <a:buNone/>
              <a:defRPr sz="7680"/>
            </a:lvl8pPr>
            <a:lvl9pPr lvl="8" algn="ctr">
              <a:lnSpc>
                <a:spcPct val="90000"/>
              </a:lnSpc>
              <a:spcBef>
                <a:spcPts val="2400"/>
              </a:spcBef>
              <a:spcAft>
                <a:spcPts val="0"/>
              </a:spcAft>
              <a:buClr>
                <a:schemeClr val="dk1"/>
              </a:buClr>
              <a:buSzPts val="7680"/>
              <a:buNone/>
              <a:defRPr sz="7680"/>
            </a:lvl9pPr>
          </a:lstStyle>
          <a:p>
            <a:endParaRPr/>
          </a:p>
        </p:txBody>
      </p:sp>
      <p:sp>
        <p:nvSpPr>
          <p:cNvPr id="18" name="Google Shape;18;p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2994662" y="8206749"/>
            <a:ext cx="37856160" cy="1369313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28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2994662" y="22029429"/>
            <a:ext cx="37856160" cy="720089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11520"/>
              <a:buNone/>
              <a:defRPr sz="11520">
                <a:solidFill>
                  <a:schemeClr val="dk1"/>
                </a:solidFill>
              </a:defRPr>
            </a:lvl1pPr>
            <a:lvl2pPr marL="914400" lvl="1" indent="-228600" algn="l">
              <a:lnSpc>
                <a:spcPct val="90000"/>
              </a:lnSpc>
              <a:spcBef>
                <a:spcPts val="2400"/>
              </a:spcBef>
              <a:spcAft>
                <a:spcPts val="0"/>
              </a:spcAft>
              <a:buClr>
                <a:srgbClr val="888888"/>
              </a:buClr>
              <a:buSzPts val="9600"/>
              <a:buNone/>
              <a:defRPr sz="9600">
                <a:solidFill>
                  <a:srgbClr val="888888"/>
                </a:solidFill>
              </a:defRPr>
            </a:lvl2pPr>
            <a:lvl3pPr marL="1371600" lvl="2" indent="-228600" algn="l">
              <a:lnSpc>
                <a:spcPct val="90000"/>
              </a:lnSpc>
              <a:spcBef>
                <a:spcPts val="2400"/>
              </a:spcBef>
              <a:spcAft>
                <a:spcPts val="0"/>
              </a:spcAft>
              <a:buClr>
                <a:srgbClr val="888888"/>
              </a:buClr>
              <a:buSzPts val="8640"/>
              <a:buNone/>
              <a:defRPr sz="8640">
                <a:solidFill>
                  <a:srgbClr val="888888"/>
                </a:solidFill>
              </a:defRPr>
            </a:lvl3pPr>
            <a:lvl4pPr marL="1828800" lvl="3" indent="-228600" algn="l">
              <a:lnSpc>
                <a:spcPct val="90000"/>
              </a:lnSpc>
              <a:spcBef>
                <a:spcPts val="2400"/>
              </a:spcBef>
              <a:spcAft>
                <a:spcPts val="0"/>
              </a:spcAft>
              <a:buClr>
                <a:srgbClr val="888888"/>
              </a:buClr>
              <a:buSzPts val="7680"/>
              <a:buNone/>
              <a:defRPr sz="7680">
                <a:solidFill>
                  <a:srgbClr val="888888"/>
                </a:solidFill>
              </a:defRPr>
            </a:lvl4pPr>
            <a:lvl5pPr marL="2286000" lvl="4" indent="-228600" algn="l">
              <a:lnSpc>
                <a:spcPct val="90000"/>
              </a:lnSpc>
              <a:spcBef>
                <a:spcPts val="2400"/>
              </a:spcBef>
              <a:spcAft>
                <a:spcPts val="0"/>
              </a:spcAft>
              <a:buClr>
                <a:srgbClr val="888888"/>
              </a:buClr>
              <a:buSzPts val="7680"/>
              <a:buNone/>
              <a:defRPr sz="7680">
                <a:solidFill>
                  <a:srgbClr val="888888"/>
                </a:solidFill>
              </a:defRPr>
            </a:lvl5pPr>
            <a:lvl6pPr marL="2743200" lvl="5" indent="-228600" algn="l">
              <a:lnSpc>
                <a:spcPct val="90000"/>
              </a:lnSpc>
              <a:spcBef>
                <a:spcPts val="2400"/>
              </a:spcBef>
              <a:spcAft>
                <a:spcPts val="0"/>
              </a:spcAft>
              <a:buClr>
                <a:srgbClr val="888888"/>
              </a:buClr>
              <a:buSzPts val="7680"/>
              <a:buNone/>
              <a:defRPr sz="7680">
                <a:solidFill>
                  <a:srgbClr val="888888"/>
                </a:solidFill>
              </a:defRPr>
            </a:lvl6pPr>
            <a:lvl7pPr marL="3200400" lvl="6" indent="-228600" algn="l">
              <a:lnSpc>
                <a:spcPct val="90000"/>
              </a:lnSpc>
              <a:spcBef>
                <a:spcPts val="2400"/>
              </a:spcBef>
              <a:spcAft>
                <a:spcPts val="0"/>
              </a:spcAft>
              <a:buClr>
                <a:srgbClr val="888888"/>
              </a:buClr>
              <a:buSzPts val="7680"/>
              <a:buNone/>
              <a:defRPr sz="7680">
                <a:solidFill>
                  <a:srgbClr val="888888"/>
                </a:solidFill>
              </a:defRPr>
            </a:lvl7pPr>
            <a:lvl8pPr marL="3657600" lvl="7" indent="-228600" algn="l">
              <a:lnSpc>
                <a:spcPct val="90000"/>
              </a:lnSpc>
              <a:spcBef>
                <a:spcPts val="2400"/>
              </a:spcBef>
              <a:spcAft>
                <a:spcPts val="0"/>
              </a:spcAft>
              <a:buClr>
                <a:srgbClr val="888888"/>
              </a:buClr>
              <a:buSzPts val="7680"/>
              <a:buNone/>
              <a:defRPr sz="7680">
                <a:solidFill>
                  <a:srgbClr val="888888"/>
                </a:solidFill>
              </a:defRPr>
            </a:lvl8pPr>
            <a:lvl9pPr marL="4114800" lvl="8" indent="-228600" algn="l">
              <a:lnSpc>
                <a:spcPct val="90000"/>
              </a:lnSpc>
              <a:spcBef>
                <a:spcPts val="2400"/>
              </a:spcBef>
              <a:spcAft>
                <a:spcPts val="0"/>
              </a:spcAft>
              <a:buClr>
                <a:srgbClr val="888888"/>
              </a:buClr>
              <a:buSzPts val="7680"/>
              <a:buNone/>
              <a:defRPr sz="7680">
                <a:solidFill>
                  <a:srgbClr val="888888"/>
                </a:solidFill>
              </a:defRPr>
            </a:lvl9pPr>
          </a:lstStyle>
          <a:p>
            <a:endParaRPr/>
          </a:p>
        </p:txBody>
      </p:sp>
      <p:sp>
        <p:nvSpPr>
          <p:cNvPr id="30" name="Google Shape;30;p5"/>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30175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6" name="Google Shape;36;p6"/>
          <p:cNvSpPr txBox="1">
            <a:spLocks noGrp="1"/>
          </p:cNvSpPr>
          <p:nvPr>
            <p:ph type="body" idx="2"/>
          </p:nvPr>
        </p:nvSpPr>
        <p:spPr>
          <a:xfrm>
            <a:off x="22219920" y="8763000"/>
            <a:ext cx="18653760" cy="208864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37" name="Google Shape;37;p6"/>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3023237"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3023242" y="8069582"/>
            <a:ext cx="18568032"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3" name="Google Shape;43;p7"/>
          <p:cNvSpPr txBox="1">
            <a:spLocks noGrp="1"/>
          </p:cNvSpPr>
          <p:nvPr>
            <p:ph type="body" idx="2"/>
          </p:nvPr>
        </p:nvSpPr>
        <p:spPr>
          <a:xfrm>
            <a:off x="3023242" y="12024360"/>
            <a:ext cx="18568032"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4" name="Google Shape;44;p7"/>
          <p:cNvSpPr txBox="1">
            <a:spLocks noGrp="1"/>
          </p:cNvSpPr>
          <p:nvPr>
            <p:ph type="body" idx="3"/>
          </p:nvPr>
        </p:nvSpPr>
        <p:spPr>
          <a:xfrm>
            <a:off x="22219922" y="8069582"/>
            <a:ext cx="18659477" cy="3954778"/>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4800"/>
              </a:spcBef>
              <a:spcAft>
                <a:spcPts val="0"/>
              </a:spcAft>
              <a:buClr>
                <a:schemeClr val="dk1"/>
              </a:buClr>
              <a:buSzPts val="11520"/>
              <a:buNone/>
              <a:defRPr sz="11520" b="1"/>
            </a:lvl1pPr>
            <a:lvl2pPr marL="914400" lvl="1" indent="-228600" algn="l">
              <a:lnSpc>
                <a:spcPct val="90000"/>
              </a:lnSpc>
              <a:spcBef>
                <a:spcPts val="2400"/>
              </a:spcBef>
              <a:spcAft>
                <a:spcPts val="0"/>
              </a:spcAft>
              <a:buClr>
                <a:schemeClr val="dk1"/>
              </a:buClr>
              <a:buSzPts val="9600"/>
              <a:buNone/>
              <a:defRPr sz="9600" b="1"/>
            </a:lvl2pPr>
            <a:lvl3pPr marL="1371600" lvl="2" indent="-228600" algn="l">
              <a:lnSpc>
                <a:spcPct val="90000"/>
              </a:lnSpc>
              <a:spcBef>
                <a:spcPts val="2400"/>
              </a:spcBef>
              <a:spcAft>
                <a:spcPts val="0"/>
              </a:spcAft>
              <a:buClr>
                <a:schemeClr val="dk1"/>
              </a:buClr>
              <a:buSzPts val="8640"/>
              <a:buNone/>
              <a:defRPr sz="8640" b="1"/>
            </a:lvl3pPr>
            <a:lvl4pPr marL="1828800" lvl="3" indent="-228600" algn="l">
              <a:lnSpc>
                <a:spcPct val="90000"/>
              </a:lnSpc>
              <a:spcBef>
                <a:spcPts val="2400"/>
              </a:spcBef>
              <a:spcAft>
                <a:spcPts val="0"/>
              </a:spcAft>
              <a:buClr>
                <a:schemeClr val="dk1"/>
              </a:buClr>
              <a:buSzPts val="7680"/>
              <a:buNone/>
              <a:defRPr sz="7680" b="1"/>
            </a:lvl4pPr>
            <a:lvl5pPr marL="2286000" lvl="4" indent="-228600" algn="l">
              <a:lnSpc>
                <a:spcPct val="90000"/>
              </a:lnSpc>
              <a:spcBef>
                <a:spcPts val="2400"/>
              </a:spcBef>
              <a:spcAft>
                <a:spcPts val="0"/>
              </a:spcAft>
              <a:buClr>
                <a:schemeClr val="dk1"/>
              </a:buClr>
              <a:buSzPts val="7680"/>
              <a:buNone/>
              <a:defRPr sz="7680" b="1"/>
            </a:lvl5pPr>
            <a:lvl6pPr marL="2743200" lvl="5" indent="-228600" algn="l">
              <a:lnSpc>
                <a:spcPct val="90000"/>
              </a:lnSpc>
              <a:spcBef>
                <a:spcPts val="2400"/>
              </a:spcBef>
              <a:spcAft>
                <a:spcPts val="0"/>
              </a:spcAft>
              <a:buClr>
                <a:schemeClr val="dk1"/>
              </a:buClr>
              <a:buSzPts val="7680"/>
              <a:buNone/>
              <a:defRPr sz="7680" b="1"/>
            </a:lvl6pPr>
            <a:lvl7pPr marL="3200400" lvl="6" indent="-228600" algn="l">
              <a:lnSpc>
                <a:spcPct val="90000"/>
              </a:lnSpc>
              <a:spcBef>
                <a:spcPts val="2400"/>
              </a:spcBef>
              <a:spcAft>
                <a:spcPts val="0"/>
              </a:spcAft>
              <a:buClr>
                <a:schemeClr val="dk1"/>
              </a:buClr>
              <a:buSzPts val="7680"/>
              <a:buNone/>
              <a:defRPr sz="7680" b="1"/>
            </a:lvl7pPr>
            <a:lvl8pPr marL="3657600" lvl="7" indent="-228600" algn="l">
              <a:lnSpc>
                <a:spcPct val="90000"/>
              </a:lnSpc>
              <a:spcBef>
                <a:spcPts val="2400"/>
              </a:spcBef>
              <a:spcAft>
                <a:spcPts val="0"/>
              </a:spcAft>
              <a:buClr>
                <a:schemeClr val="dk1"/>
              </a:buClr>
              <a:buSzPts val="7680"/>
              <a:buNone/>
              <a:defRPr sz="7680" b="1"/>
            </a:lvl8pPr>
            <a:lvl9pPr marL="4114800" lvl="8" indent="-228600" algn="l">
              <a:lnSpc>
                <a:spcPct val="90000"/>
              </a:lnSpc>
              <a:spcBef>
                <a:spcPts val="2400"/>
              </a:spcBef>
              <a:spcAft>
                <a:spcPts val="0"/>
              </a:spcAft>
              <a:buClr>
                <a:schemeClr val="dk1"/>
              </a:buClr>
              <a:buSzPts val="7680"/>
              <a:buNone/>
              <a:defRPr sz="7680" b="1"/>
            </a:lvl9pPr>
          </a:lstStyle>
          <a:p>
            <a:endParaRPr/>
          </a:p>
        </p:txBody>
      </p:sp>
      <p:sp>
        <p:nvSpPr>
          <p:cNvPr id="45" name="Google Shape;45;p7"/>
          <p:cNvSpPr txBox="1">
            <a:spLocks noGrp="1"/>
          </p:cNvSpPr>
          <p:nvPr>
            <p:ph type="body" idx="4"/>
          </p:nvPr>
        </p:nvSpPr>
        <p:spPr>
          <a:xfrm>
            <a:off x="22219922" y="12024360"/>
            <a:ext cx="18659477" cy="1768602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9"/>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8659477" y="4739647"/>
            <a:ext cx="22219920" cy="23393400"/>
          </a:xfrm>
          <a:prstGeom prst="rect">
            <a:avLst/>
          </a:prstGeom>
          <a:noFill/>
          <a:ln>
            <a:noFill/>
          </a:ln>
        </p:spPr>
        <p:txBody>
          <a:bodyPr spcFirstLastPara="1" wrap="square" lIns="91425" tIns="45700" rIns="91425" bIns="45700" anchor="t" anchorCtr="0">
            <a:normAutofit/>
          </a:bodyPr>
          <a:lstStyle>
            <a:lvl1pPr marL="457200" lvl="0" indent="-1203960" algn="l">
              <a:lnSpc>
                <a:spcPct val="90000"/>
              </a:lnSpc>
              <a:spcBef>
                <a:spcPts val="4800"/>
              </a:spcBef>
              <a:spcAft>
                <a:spcPts val="0"/>
              </a:spcAft>
              <a:buClr>
                <a:schemeClr val="dk1"/>
              </a:buClr>
              <a:buSzPts val="15360"/>
              <a:buChar char="•"/>
              <a:defRPr sz="15360"/>
            </a:lvl1pPr>
            <a:lvl2pPr marL="914400" lvl="1" indent="-1082040" algn="l">
              <a:lnSpc>
                <a:spcPct val="90000"/>
              </a:lnSpc>
              <a:spcBef>
                <a:spcPts val="2400"/>
              </a:spcBef>
              <a:spcAft>
                <a:spcPts val="0"/>
              </a:spcAft>
              <a:buClr>
                <a:schemeClr val="dk1"/>
              </a:buClr>
              <a:buSzPts val="13440"/>
              <a:buChar char="•"/>
              <a:defRPr sz="13439"/>
            </a:lvl2pPr>
            <a:lvl3pPr marL="1371600" lvl="2" indent="-960120" algn="l">
              <a:lnSpc>
                <a:spcPct val="90000"/>
              </a:lnSpc>
              <a:spcBef>
                <a:spcPts val="2400"/>
              </a:spcBef>
              <a:spcAft>
                <a:spcPts val="0"/>
              </a:spcAft>
              <a:buClr>
                <a:schemeClr val="dk1"/>
              </a:buClr>
              <a:buSzPts val="11520"/>
              <a:buChar char="•"/>
              <a:defRPr sz="11520"/>
            </a:lvl3pPr>
            <a:lvl4pPr marL="1828800" lvl="3" indent="-838200" algn="l">
              <a:lnSpc>
                <a:spcPct val="90000"/>
              </a:lnSpc>
              <a:spcBef>
                <a:spcPts val="2400"/>
              </a:spcBef>
              <a:spcAft>
                <a:spcPts val="0"/>
              </a:spcAft>
              <a:buClr>
                <a:schemeClr val="dk1"/>
              </a:buClr>
              <a:buSzPts val="9600"/>
              <a:buChar char="•"/>
              <a:defRPr sz="9600"/>
            </a:lvl4pPr>
            <a:lvl5pPr marL="2286000" lvl="4" indent="-838200" algn="l">
              <a:lnSpc>
                <a:spcPct val="90000"/>
              </a:lnSpc>
              <a:spcBef>
                <a:spcPts val="2400"/>
              </a:spcBef>
              <a:spcAft>
                <a:spcPts val="0"/>
              </a:spcAft>
              <a:buClr>
                <a:schemeClr val="dk1"/>
              </a:buClr>
              <a:buSzPts val="9600"/>
              <a:buChar char="•"/>
              <a:defRPr sz="9600"/>
            </a:lvl5pPr>
            <a:lvl6pPr marL="2743200" lvl="5" indent="-838200" algn="l">
              <a:lnSpc>
                <a:spcPct val="90000"/>
              </a:lnSpc>
              <a:spcBef>
                <a:spcPts val="2400"/>
              </a:spcBef>
              <a:spcAft>
                <a:spcPts val="0"/>
              </a:spcAft>
              <a:buClr>
                <a:schemeClr val="dk1"/>
              </a:buClr>
              <a:buSzPts val="9600"/>
              <a:buChar char="•"/>
              <a:defRPr sz="9600"/>
            </a:lvl6pPr>
            <a:lvl7pPr marL="3200400" lvl="6" indent="-838200" algn="l">
              <a:lnSpc>
                <a:spcPct val="90000"/>
              </a:lnSpc>
              <a:spcBef>
                <a:spcPts val="2400"/>
              </a:spcBef>
              <a:spcAft>
                <a:spcPts val="0"/>
              </a:spcAft>
              <a:buClr>
                <a:schemeClr val="dk1"/>
              </a:buClr>
              <a:buSzPts val="9600"/>
              <a:buChar char="•"/>
              <a:defRPr sz="9600"/>
            </a:lvl7pPr>
            <a:lvl8pPr marL="3657600" lvl="7" indent="-838200" algn="l">
              <a:lnSpc>
                <a:spcPct val="90000"/>
              </a:lnSpc>
              <a:spcBef>
                <a:spcPts val="2400"/>
              </a:spcBef>
              <a:spcAft>
                <a:spcPts val="0"/>
              </a:spcAft>
              <a:buClr>
                <a:schemeClr val="dk1"/>
              </a:buClr>
              <a:buSzPts val="9600"/>
              <a:buChar char="•"/>
              <a:defRPr sz="9600"/>
            </a:lvl8pPr>
            <a:lvl9pPr marL="4114800" lvl="8" indent="-838200" algn="l">
              <a:lnSpc>
                <a:spcPct val="90000"/>
              </a:lnSpc>
              <a:spcBef>
                <a:spcPts val="2400"/>
              </a:spcBef>
              <a:spcAft>
                <a:spcPts val="0"/>
              </a:spcAft>
              <a:buClr>
                <a:schemeClr val="dk1"/>
              </a:buClr>
              <a:buSzPts val="9600"/>
              <a:buChar char="•"/>
              <a:defRPr sz="9600"/>
            </a:lvl9pPr>
          </a:lstStyle>
          <a:p>
            <a:endParaRPr/>
          </a:p>
        </p:txBody>
      </p:sp>
      <p:sp>
        <p:nvSpPr>
          <p:cNvPr id="61" name="Google Shape;61;p10"/>
          <p:cNvSpPr txBox="1">
            <a:spLocks noGrp="1"/>
          </p:cNvSpPr>
          <p:nvPr>
            <p:ph type="body" idx="2"/>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2" name="Google Shape;62;p10"/>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3023237" y="2194560"/>
            <a:ext cx="14156054" cy="768096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536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1"/>
          <p:cNvSpPr>
            <a:spLocks noGrp="1"/>
          </p:cNvSpPr>
          <p:nvPr>
            <p:ph type="pic" idx="2"/>
          </p:nvPr>
        </p:nvSpPr>
        <p:spPr>
          <a:xfrm>
            <a:off x="18659477" y="4739647"/>
            <a:ext cx="22219920" cy="23393400"/>
          </a:xfrm>
          <a:prstGeom prst="rect">
            <a:avLst/>
          </a:prstGeom>
          <a:noFill/>
          <a:ln>
            <a:noFill/>
          </a:ln>
        </p:spPr>
      </p:sp>
      <p:sp>
        <p:nvSpPr>
          <p:cNvPr id="68" name="Google Shape;68;p11"/>
          <p:cNvSpPr txBox="1">
            <a:spLocks noGrp="1"/>
          </p:cNvSpPr>
          <p:nvPr>
            <p:ph type="body" idx="1"/>
          </p:nvPr>
        </p:nvSpPr>
        <p:spPr>
          <a:xfrm>
            <a:off x="3023237" y="9875520"/>
            <a:ext cx="14156054" cy="1829562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4800"/>
              </a:spcBef>
              <a:spcAft>
                <a:spcPts val="0"/>
              </a:spcAft>
              <a:buClr>
                <a:schemeClr val="dk1"/>
              </a:buClr>
              <a:buSzPts val="7680"/>
              <a:buNone/>
              <a:defRPr sz="7680"/>
            </a:lvl1pPr>
            <a:lvl2pPr marL="914400" lvl="1" indent="-228600" algn="l">
              <a:lnSpc>
                <a:spcPct val="90000"/>
              </a:lnSpc>
              <a:spcBef>
                <a:spcPts val="2400"/>
              </a:spcBef>
              <a:spcAft>
                <a:spcPts val="0"/>
              </a:spcAft>
              <a:buClr>
                <a:schemeClr val="dk1"/>
              </a:buClr>
              <a:buSzPts val="6720"/>
              <a:buNone/>
              <a:defRPr sz="6719"/>
            </a:lvl2pPr>
            <a:lvl3pPr marL="1371600" lvl="2" indent="-228600" algn="l">
              <a:lnSpc>
                <a:spcPct val="90000"/>
              </a:lnSpc>
              <a:spcBef>
                <a:spcPts val="2400"/>
              </a:spcBef>
              <a:spcAft>
                <a:spcPts val="0"/>
              </a:spcAft>
              <a:buClr>
                <a:schemeClr val="dk1"/>
              </a:buClr>
              <a:buSzPts val="5760"/>
              <a:buNone/>
              <a:defRPr sz="5760"/>
            </a:lvl3pPr>
            <a:lvl4pPr marL="1828800" lvl="3" indent="-228600" algn="l">
              <a:lnSpc>
                <a:spcPct val="90000"/>
              </a:lnSpc>
              <a:spcBef>
                <a:spcPts val="2400"/>
              </a:spcBef>
              <a:spcAft>
                <a:spcPts val="0"/>
              </a:spcAft>
              <a:buClr>
                <a:schemeClr val="dk1"/>
              </a:buClr>
              <a:buSzPts val="4800"/>
              <a:buNone/>
              <a:defRPr sz="4800"/>
            </a:lvl4pPr>
            <a:lvl5pPr marL="2286000" lvl="4" indent="-228600" algn="l">
              <a:lnSpc>
                <a:spcPct val="90000"/>
              </a:lnSpc>
              <a:spcBef>
                <a:spcPts val="2400"/>
              </a:spcBef>
              <a:spcAft>
                <a:spcPts val="0"/>
              </a:spcAft>
              <a:buClr>
                <a:schemeClr val="dk1"/>
              </a:buClr>
              <a:buSzPts val="4800"/>
              <a:buNone/>
              <a:defRPr sz="4800"/>
            </a:lvl5pPr>
            <a:lvl6pPr marL="2743200" lvl="5" indent="-228600" algn="l">
              <a:lnSpc>
                <a:spcPct val="90000"/>
              </a:lnSpc>
              <a:spcBef>
                <a:spcPts val="2400"/>
              </a:spcBef>
              <a:spcAft>
                <a:spcPts val="0"/>
              </a:spcAft>
              <a:buClr>
                <a:schemeClr val="dk1"/>
              </a:buClr>
              <a:buSzPts val="4800"/>
              <a:buNone/>
              <a:defRPr sz="4800"/>
            </a:lvl6pPr>
            <a:lvl7pPr marL="3200400" lvl="6" indent="-228600" algn="l">
              <a:lnSpc>
                <a:spcPct val="90000"/>
              </a:lnSpc>
              <a:spcBef>
                <a:spcPts val="2400"/>
              </a:spcBef>
              <a:spcAft>
                <a:spcPts val="0"/>
              </a:spcAft>
              <a:buClr>
                <a:schemeClr val="dk1"/>
              </a:buClr>
              <a:buSzPts val="4800"/>
              <a:buNone/>
              <a:defRPr sz="4800"/>
            </a:lvl7pPr>
            <a:lvl8pPr marL="3657600" lvl="7" indent="-228600" algn="l">
              <a:lnSpc>
                <a:spcPct val="90000"/>
              </a:lnSpc>
              <a:spcBef>
                <a:spcPts val="2400"/>
              </a:spcBef>
              <a:spcAft>
                <a:spcPts val="0"/>
              </a:spcAft>
              <a:buClr>
                <a:schemeClr val="dk1"/>
              </a:buClr>
              <a:buSzPts val="4800"/>
              <a:buNone/>
              <a:defRPr sz="4800"/>
            </a:lvl8pPr>
            <a:lvl9pPr marL="4114800" lvl="8" indent="-228600" algn="l">
              <a:lnSpc>
                <a:spcPct val="90000"/>
              </a:lnSpc>
              <a:spcBef>
                <a:spcPts val="2400"/>
              </a:spcBef>
              <a:spcAft>
                <a:spcPts val="0"/>
              </a:spcAft>
              <a:buClr>
                <a:schemeClr val="dk1"/>
              </a:buClr>
              <a:buSzPts val="4800"/>
              <a:buNone/>
              <a:defRPr sz="4800"/>
            </a:lvl9pPr>
          </a:lstStyle>
          <a:p>
            <a:endParaRPr/>
          </a:p>
        </p:txBody>
      </p:sp>
      <p:sp>
        <p:nvSpPr>
          <p:cNvPr id="69" name="Google Shape;69;p11"/>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11502389" y="278131"/>
            <a:ext cx="20886422" cy="378561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22193251" y="10968991"/>
            <a:ext cx="27896822" cy="946404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2990851" y="1779271"/>
            <a:ext cx="27896822" cy="2784348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4800"/>
              </a:spcBef>
              <a:spcAft>
                <a:spcPts val="0"/>
              </a:spcAft>
              <a:buClr>
                <a:schemeClr val="dk1"/>
              </a:buClr>
              <a:buSzPts val="1800"/>
              <a:buChar char="•"/>
              <a:defRPr/>
            </a:lvl1pPr>
            <a:lvl2pPr marL="914400" lvl="1" indent="-342900" algn="l">
              <a:lnSpc>
                <a:spcPct val="90000"/>
              </a:lnSpc>
              <a:spcBef>
                <a:spcPts val="2400"/>
              </a:spcBef>
              <a:spcAft>
                <a:spcPts val="0"/>
              </a:spcAft>
              <a:buClr>
                <a:schemeClr val="dk1"/>
              </a:buClr>
              <a:buSzPts val="1800"/>
              <a:buChar char="•"/>
              <a:defRPr/>
            </a:lvl2pPr>
            <a:lvl3pPr marL="1371600" lvl="2" indent="-342900" algn="l">
              <a:lnSpc>
                <a:spcPct val="90000"/>
              </a:lnSpc>
              <a:spcBef>
                <a:spcPts val="2400"/>
              </a:spcBef>
              <a:spcAft>
                <a:spcPts val="0"/>
              </a:spcAft>
              <a:buClr>
                <a:schemeClr val="dk1"/>
              </a:buClr>
              <a:buSzPts val="1800"/>
              <a:buChar char="•"/>
              <a:defRPr/>
            </a:lvl3pPr>
            <a:lvl4pPr marL="1828800" lvl="3" indent="-342900" algn="l">
              <a:lnSpc>
                <a:spcPct val="90000"/>
              </a:lnSpc>
              <a:spcBef>
                <a:spcPts val="2400"/>
              </a:spcBef>
              <a:spcAft>
                <a:spcPts val="0"/>
              </a:spcAft>
              <a:buClr>
                <a:schemeClr val="dk1"/>
              </a:buClr>
              <a:buSzPts val="1800"/>
              <a:buChar char="•"/>
              <a:defRPr/>
            </a:lvl4pPr>
            <a:lvl5pPr marL="2286000" lvl="4" indent="-342900" algn="l">
              <a:lnSpc>
                <a:spcPct val="90000"/>
              </a:lnSpc>
              <a:spcBef>
                <a:spcPts val="2400"/>
              </a:spcBef>
              <a:spcAft>
                <a:spcPts val="0"/>
              </a:spcAft>
              <a:buClr>
                <a:schemeClr val="dk1"/>
              </a:buClr>
              <a:buSzPts val="1800"/>
              <a:buChar char="•"/>
              <a:defRPr/>
            </a:lvl5pPr>
            <a:lvl6pPr marL="2743200" lvl="5" indent="-342900" algn="l">
              <a:lnSpc>
                <a:spcPct val="90000"/>
              </a:lnSpc>
              <a:spcBef>
                <a:spcPts val="2400"/>
              </a:spcBef>
              <a:spcAft>
                <a:spcPts val="0"/>
              </a:spcAft>
              <a:buClr>
                <a:schemeClr val="dk1"/>
              </a:buClr>
              <a:buSzPts val="1800"/>
              <a:buChar char="•"/>
              <a:defRPr/>
            </a:lvl6pPr>
            <a:lvl7pPr marL="3200400" lvl="6" indent="-342900" algn="l">
              <a:lnSpc>
                <a:spcPct val="90000"/>
              </a:lnSpc>
              <a:spcBef>
                <a:spcPts val="2400"/>
              </a:spcBef>
              <a:spcAft>
                <a:spcPts val="0"/>
              </a:spcAft>
              <a:buClr>
                <a:schemeClr val="dk1"/>
              </a:buClr>
              <a:buSzPts val="1800"/>
              <a:buChar char="•"/>
              <a:defRPr/>
            </a:lvl7pPr>
            <a:lvl8pPr marL="3657600" lvl="7" indent="-342900" algn="l">
              <a:lnSpc>
                <a:spcPct val="90000"/>
              </a:lnSpc>
              <a:spcBef>
                <a:spcPts val="2400"/>
              </a:spcBef>
              <a:spcAft>
                <a:spcPts val="0"/>
              </a:spcAft>
              <a:buClr>
                <a:schemeClr val="dk1"/>
              </a:buClr>
              <a:buSzPts val="1800"/>
              <a:buChar char="•"/>
              <a:defRPr/>
            </a:lvl8pPr>
            <a:lvl9pPr marL="4114800" lvl="8" indent="-342900" algn="l">
              <a:lnSpc>
                <a:spcPct val="90000"/>
              </a:lnSpc>
              <a:spcBef>
                <a:spcPts val="240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3017520" y="1752607"/>
            <a:ext cx="37856160" cy="636270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
          <p:cNvSpPr txBox="1">
            <a:spLocks noGrp="1"/>
          </p:cNvSpPr>
          <p:nvPr>
            <p:ph type="body" idx="1"/>
          </p:nvPr>
        </p:nvSpPr>
        <p:spPr>
          <a:xfrm>
            <a:off x="3017520" y="8763000"/>
            <a:ext cx="37856160" cy="20886422"/>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3017520" y="30510487"/>
            <a:ext cx="9875520" cy="17526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4538960" y="30510487"/>
            <a:ext cx="14813280" cy="17526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576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30998160" y="30510487"/>
            <a:ext cx="9875520" cy="17526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5760" b="0" i="0" u="none" strike="noStrike" cap="none">
                <a:solidFill>
                  <a:srgbClr val="888888"/>
                </a:solidFill>
                <a:latin typeface="Calibri"/>
                <a:ea typeface="Calibri"/>
                <a:cs typeface="Calibri"/>
                <a:sym typeface="Calibri"/>
              </a:defRPr>
            </a:lvl1pPr>
            <a:lvl2pPr marL="0" marR="0" lvl="1" indent="0" algn="r" rtl="0">
              <a:spcBef>
                <a:spcPts val="0"/>
              </a:spcBef>
              <a:buNone/>
              <a:defRPr sz="5760" b="0" i="0" u="none" strike="noStrike" cap="none">
                <a:solidFill>
                  <a:srgbClr val="888888"/>
                </a:solidFill>
                <a:latin typeface="Calibri"/>
                <a:ea typeface="Calibri"/>
                <a:cs typeface="Calibri"/>
                <a:sym typeface="Calibri"/>
              </a:defRPr>
            </a:lvl2pPr>
            <a:lvl3pPr marL="0" marR="0" lvl="2" indent="0" algn="r" rtl="0">
              <a:spcBef>
                <a:spcPts val="0"/>
              </a:spcBef>
              <a:buNone/>
              <a:defRPr sz="5760" b="0" i="0" u="none" strike="noStrike" cap="none">
                <a:solidFill>
                  <a:srgbClr val="888888"/>
                </a:solidFill>
                <a:latin typeface="Calibri"/>
                <a:ea typeface="Calibri"/>
                <a:cs typeface="Calibri"/>
                <a:sym typeface="Calibri"/>
              </a:defRPr>
            </a:lvl3pPr>
            <a:lvl4pPr marL="0" marR="0" lvl="3" indent="0" algn="r" rtl="0">
              <a:spcBef>
                <a:spcPts val="0"/>
              </a:spcBef>
              <a:buNone/>
              <a:defRPr sz="5760" b="0" i="0" u="none" strike="noStrike" cap="none">
                <a:solidFill>
                  <a:srgbClr val="888888"/>
                </a:solidFill>
                <a:latin typeface="Calibri"/>
                <a:ea typeface="Calibri"/>
                <a:cs typeface="Calibri"/>
                <a:sym typeface="Calibri"/>
              </a:defRPr>
            </a:lvl4pPr>
            <a:lvl5pPr marL="0" marR="0" lvl="4" indent="0" algn="r" rtl="0">
              <a:spcBef>
                <a:spcPts val="0"/>
              </a:spcBef>
              <a:buNone/>
              <a:defRPr sz="5760" b="0" i="0" u="none" strike="noStrike" cap="none">
                <a:solidFill>
                  <a:srgbClr val="888888"/>
                </a:solidFill>
                <a:latin typeface="Calibri"/>
                <a:ea typeface="Calibri"/>
                <a:cs typeface="Calibri"/>
                <a:sym typeface="Calibri"/>
              </a:defRPr>
            </a:lvl5pPr>
            <a:lvl6pPr marL="0" marR="0" lvl="5" indent="0" algn="r" rtl="0">
              <a:spcBef>
                <a:spcPts val="0"/>
              </a:spcBef>
              <a:buNone/>
              <a:defRPr sz="5760" b="0" i="0" u="none" strike="noStrike" cap="none">
                <a:solidFill>
                  <a:srgbClr val="888888"/>
                </a:solidFill>
                <a:latin typeface="Calibri"/>
                <a:ea typeface="Calibri"/>
                <a:cs typeface="Calibri"/>
                <a:sym typeface="Calibri"/>
              </a:defRPr>
            </a:lvl6pPr>
            <a:lvl7pPr marL="0" marR="0" lvl="6" indent="0" algn="r" rtl="0">
              <a:spcBef>
                <a:spcPts val="0"/>
              </a:spcBef>
              <a:buNone/>
              <a:defRPr sz="5760" b="0" i="0" u="none" strike="noStrike" cap="none">
                <a:solidFill>
                  <a:srgbClr val="888888"/>
                </a:solidFill>
                <a:latin typeface="Calibri"/>
                <a:ea typeface="Calibri"/>
                <a:cs typeface="Calibri"/>
                <a:sym typeface="Calibri"/>
              </a:defRPr>
            </a:lvl7pPr>
            <a:lvl8pPr marL="0" marR="0" lvl="7" indent="0" algn="r" rtl="0">
              <a:spcBef>
                <a:spcPts val="0"/>
              </a:spcBef>
              <a:buNone/>
              <a:defRPr sz="5760" b="0" i="0" u="none" strike="noStrike" cap="none">
                <a:solidFill>
                  <a:srgbClr val="888888"/>
                </a:solidFill>
                <a:latin typeface="Calibri"/>
                <a:ea typeface="Calibri"/>
                <a:cs typeface="Calibri"/>
                <a:sym typeface="Calibri"/>
              </a:defRPr>
            </a:lvl8pPr>
            <a:lvl9pPr marL="0" marR="0" lvl="8" indent="0" algn="r" rtl="0">
              <a:spcBef>
                <a:spcPts val="0"/>
              </a:spcBef>
              <a:buNone/>
              <a:defRPr sz="576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emf"/><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emf"/><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emf"/><Relationship Id="rId4" Type="http://schemas.openxmlformats.org/officeDocument/2006/relationships/image" Target="../media/image2.png"/><Relationship Id="rId9" Type="http://schemas.openxmlformats.org/officeDocument/2006/relationships/image" Target="../media/image7.emf"/><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00" name="Google Shape;100;p1"/>
          <p:cNvSpPr/>
          <p:nvPr/>
        </p:nvSpPr>
        <p:spPr>
          <a:xfrm>
            <a:off x="10589477" y="5525729"/>
            <a:ext cx="10965000" cy="2712905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67" name="Google Shape;100;p1">
            <a:extLst>
              <a:ext uri="{FF2B5EF4-FFF2-40B4-BE49-F238E27FC236}">
                <a16:creationId xmlns:a16="http://schemas.microsoft.com/office/drawing/2014/main" id="{6DDE761E-F94B-3FA5-9143-CDA67D985EEF}"/>
              </a:ext>
            </a:extLst>
          </p:cNvPr>
          <p:cNvSpPr/>
          <p:nvPr/>
        </p:nvSpPr>
        <p:spPr>
          <a:xfrm>
            <a:off x="22387345" y="5314417"/>
            <a:ext cx="10965000" cy="2712905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imes New Roman"/>
              <a:ea typeface="Times New Roman"/>
              <a:cs typeface="Times New Roman"/>
              <a:sym typeface="Times New Roman"/>
            </a:endParaRPr>
          </a:p>
        </p:txBody>
      </p:sp>
      <p:sp>
        <p:nvSpPr>
          <p:cNvPr id="53" name="Google Shape;97;p1">
            <a:extLst>
              <a:ext uri="{FF2B5EF4-FFF2-40B4-BE49-F238E27FC236}">
                <a16:creationId xmlns:a16="http://schemas.microsoft.com/office/drawing/2014/main" id="{6DE851A5-5748-04D2-FB78-12576DB6B541}"/>
              </a:ext>
            </a:extLst>
          </p:cNvPr>
          <p:cNvSpPr/>
          <p:nvPr/>
        </p:nvSpPr>
        <p:spPr>
          <a:xfrm>
            <a:off x="34197524" y="24466309"/>
            <a:ext cx="9254409" cy="795369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 name="Google Shape;100;p1">
            <a:extLst>
              <a:ext uri="{FF2B5EF4-FFF2-40B4-BE49-F238E27FC236}">
                <a16:creationId xmlns:a16="http://schemas.microsoft.com/office/drawing/2014/main" id="{AFD212F0-2192-34B3-643C-BDBC5BAE86AA}"/>
              </a:ext>
            </a:extLst>
          </p:cNvPr>
          <p:cNvSpPr/>
          <p:nvPr/>
        </p:nvSpPr>
        <p:spPr>
          <a:xfrm>
            <a:off x="22364636" y="5314417"/>
            <a:ext cx="10965000" cy="27129059"/>
          </a:xfrm>
          <a:prstGeom prst="rect">
            <a:avLst/>
          </a:prstGeom>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dirty="0">
              <a:solidFill>
                <a:schemeClr val="lt1"/>
              </a:solidFill>
              <a:latin typeface="Times New Roman"/>
              <a:ea typeface="Times New Roman"/>
              <a:cs typeface="Times New Roman"/>
              <a:sym typeface="Times New Roman"/>
            </a:endParaRPr>
          </a:p>
        </p:txBody>
      </p:sp>
      <p:sp>
        <p:nvSpPr>
          <p:cNvPr id="88" name="Google Shape;88;p1"/>
          <p:cNvSpPr/>
          <p:nvPr/>
        </p:nvSpPr>
        <p:spPr>
          <a:xfrm>
            <a:off x="439267" y="13273537"/>
            <a:ext cx="9177572" cy="10945597"/>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a:off x="457200" y="457200"/>
            <a:ext cx="42976800" cy="3814410"/>
          </a:xfrm>
          <a:prstGeom prst="rect">
            <a:avLst/>
          </a:prstGeom>
          <a:solidFill>
            <a:srgbClr val="B94747"/>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a:ea typeface="Times New Roman"/>
              <a:cs typeface="Times New Roman"/>
              <a:sym typeface="Times New Roman"/>
            </a:endParaRPr>
          </a:p>
        </p:txBody>
      </p:sp>
      <p:sp>
        <p:nvSpPr>
          <p:cNvPr id="90" name="Google Shape;90;p1"/>
          <p:cNvSpPr txBox="1">
            <a:spLocks noGrp="1"/>
          </p:cNvSpPr>
          <p:nvPr>
            <p:ph type="ctrTitle"/>
          </p:nvPr>
        </p:nvSpPr>
        <p:spPr>
          <a:xfrm>
            <a:off x="4724400" y="857158"/>
            <a:ext cx="34676966" cy="1476218"/>
          </a:xfrm>
          <a:prstGeom prst="rect">
            <a:avLst/>
          </a:prstGeom>
          <a:noFill/>
          <a:ln>
            <a:noFill/>
          </a:ln>
        </p:spPr>
        <p:txBody>
          <a:bodyPr spcFirstLastPara="1" wrap="square" lIns="91425" tIns="45700" rIns="91425" bIns="45700" anchor="b" anchorCtr="0">
            <a:noAutofit/>
          </a:bodyPr>
          <a:lstStyle/>
          <a:p>
            <a:pPr marL="0" lvl="0" indent="0" rtl="0">
              <a:lnSpc>
                <a:spcPct val="90000"/>
              </a:lnSpc>
              <a:spcBef>
                <a:spcPts val="0"/>
              </a:spcBef>
              <a:spcAft>
                <a:spcPts val="0"/>
              </a:spcAft>
              <a:buClr>
                <a:schemeClr val="lt1"/>
              </a:buClr>
              <a:buSzPts val="8800"/>
              <a:buFont typeface="Times New Roman"/>
              <a:buNone/>
            </a:pPr>
            <a:r>
              <a:rPr lang="en-US" sz="7700" dirty="0">
                <a:solidFill>
                  <a:schemeClr val="lt1"/>
                </a:solidFill>
                <a:latin typeface="Arial" panose="020B0604020202020204" pitchFamily="34" charset="0"/>
                <a:ea typeface="Trebuchet MS"/>
                <a:cs typeface="Arial" panose="020B0604020202020204" pitchFamily="34" charset="0"/>
                <a:sym typeface="Trebuchet MS"/>
              </a:rPr>
              <a:t>A Functional Indoor Testbed for 2D Vector Field Multirobot Adaptive Navigation</a:t>
            </a:r>
            <a:endParaRPr lang="en-US" sz="7700" dirty="0">
              <a:latin typeface="Arial" panose="020B0604020202020204" pitchFamily="34" charset="0"/>
              <a:ea typeface="Trebuchet MS"/>
              <a:cs typeface="Arial" panose="020B0604020202020204" pitchFamily="34" charset="0"/>
              <a:sym typeface="Trebuchet MS"/>
            </a:endParaRPr>
          </a:p>
        </p:txBody>
      </p:sp>
      <p:sp>
        <p:nvSpPr>
          <p:cNvPr id="91" name="Google Shape;91;p1"/>
          <p:cNvSpPr txBox="1"/>
          <p:nvPr/>
        </p:nvSpPr>
        <p:spPr>
          <a:xfrm>
            <a:off x="24067239" y="2485992"/>
            <a:ext cx="184731"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6000" b="0" i="0" u="none" strike="noStrike" cap="none">
              <a:solidFill>
                <a:schemeClr val="dk1"/>
              </a:solidFill>
              <a:latin typeface="Times New Roman"/>
              <a:ea typeface="Times New Roman"/>
              <a:cs typeface="Times New Roman"/>
              <a:sym typeface="Times New Roman"/>
            </a:endParaRPr>
          </a:p>
        </p:txBody>
      </p:sp>
      <p:sp>
        <p:nvSpPr>
          <p:cNvPr id="92" name="Google Shape;92;p1"/>
          <p:cNvSpPr txBox="1"/>
          <p:nvPr/>
        </p:nvSpPr>
        <p:spPr>
          <a:xfrm>
            <a:off x="12259264" y="2498879"/>
            <a:ext cx="18232800" cy="16008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900" dirty="0">
                <a:solidFill>
                  <a:schemeClr val="lt1"/>
                </a:solidFill>
                <a:latin typeface="Trebuchet MS"/>
                <a:ea typeface="Trebuchet MS"/>
                <a:cs typeface="Trebuchet MS"/>
                <a:sym typeface="Trebuchet MS"/>
              </a:rPr>
              <a:t>Author: Christopher Waight,  </a:t>
            </a:r>
            <a:r>
              <a:rPr lang="en-US" sz="4900" dirty="0" err="1">
                <a:solidFill>
                  <a:schemeClr val="lt1"/>
                </a:solidFill>
                <a:latin typeface="Trebuchet MS"/>
                <a:ea typeface="Trebuchet MS"/>
                <a:cs typeface="Trebuchet MS"/>
                <a:sym typeface="Trebuchet MS"/>
              </a:rPr>
              <a:t>cwaight@scu.edu</a:t>
            </a:r>
            <a:endParaRPr sz="4900" dirty="0">
              <a:latin typeface="Trebuchet MS"/>
              <a:ea typeface="Trebuchet MS"/>
              <a:cs typeface="Trebuchet MS"/>
              <a:sym typeface="Trebuchet MS"/>
            </a:endParaRPr>
          </a:p>
          <a:p>
            <a:pPr marL="0" marR="0" lvl="0" indent="0" algn="ctr" rtl="0">
              <a:spcBef>
                <a:spcPts val="0"/>
              </a:spcBef>
              <a:spcAft>
                <a:spcPts val="0"/>
              </a:spcAft>
              <a:buNone/>
            </a:pPr>
            <a:r>
              <a:rPr lang="en-US" sz="4900" i="0" u="none" strike="noStrike" cap="none" dirty="0">
                <a:solidFill>
                  <a:schemeClr val="lt1"/>
                </a:solidFill>
                <a:latin typeface="Trebuchet MS"/>
                <a:ea typeface="Trebuchet MS"/>
                <a:cs typeface="Trebuchet MS"/>
                <a:sym typeface="Trebuchet MS"/>
              </a:rPr>
              <a:t>Advisor: Dr. Christopher Kitts, </a:t>
            </a:r>
            <a:r>
              <a:rPr lang="en-US" sz="4900" i="0" u="none" strike="noStrike" cap="none" dirty="0" err="1">
                <a:solidFill>
                  <a:schemeClr val="lt1"/>
                </a:solidFill>
                <a:latin typeface="Trebuchet MS"/>
                <a:ea typeface="Trebuchet MS"/>
                <a:cs typeface="Trebuchet MS"/>
                <a:sym typeface="Trebuchet MS"/>
              </a:rPr>
              <a:t>ckitts@scu.edu</a:t>
            </a:r>
            <a:endParaRPr sz="4900" i="0" u="none" strike="noStrike" cap="none" dirty="0">
              <a:solidFill>
                <a:schemeClr val="dk1"/>
              </a:solidFill>
              <a:latin typeface="Trebuchet MS"/>
              <a:ea typeface="Trebuchet MS"/>
              <a:cs typeface="Trebuchet MS"/>
              <a:sym typeface="Trebuchet MS"/>
            </a:endParaRPr>
          </a:p>
        </p:txBody>
      </p:sp>
      <p:pic>
        <p:nvPicPr>
          <p:cNvPr id="94" name="Google Shape;94;p1"/>
          <p:cNvPicPr preferRelativeResize="0"/>
          <p:nvPr/>
        </p:nvPicPr>
        <p:blipFill rotWithShape="1">
          <a:blip r:embed="rId3">
            <a:alphaModFix/>
          </a:blip>
          <a:srcRect/>
          <a:stretch/>
        </p:blipFill>
        <p:spPr>
          <a:xfrm>
            <a:off x="1342251" y="1092337"/>
            <a:ext cx="2904994" cy="2904994"/>
          </a:xfrm>
          <a:prstGeom prst="ellipse">
            <a:avLst/>
          </a:prstGeom>
          <a:noFill/>
          <a:ln>
            <a:noFill/>
          </a:ln>
        </p:spPr>
      </p:pic>
      <p:sp>
        <p:nvSpPr>
          <p:cNvPr id="97" name="Google Shape;97;p1"/>
          <p:cNvSpPr/>
          <p:nvPr/>
        </p:nvSpPr>
        <p:spPr>
          <a:xfrm>
            <a:off x="34259778" y="5355696"/>
            <a:ext cx="9174221" cy="9323586"/>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01" name="Google Shape;101;p1"/>
          <p:cNvSpPr txBox="1"/>
          <p:nvPr/>
        </p:nvSpPr>
        <p:spPr>
          <a:xfrm>
            <a:off x="11119440" y="12924291"/>
            <a:ext cx="9353483" cy="738623"/>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200" b="1" dirty="0">
                <a:solidFill>
                  <a:srgbClr val="0070C0"/>
                </a:solidFill>
                <a:latin typeface="Arial" panose="020B0604020202020204" pitchFamily="34" charset="0"/>
                <a:ea typeface="Trebuchet MS"/>
                <a:cs typeface="Arial" panose="020B0604020202020204" pitchFamily="34" charset="0"/>
                <a:sym typeface="Trebuchet MS"/>
              </a:rPr>
              <a:t>	Multirobot System</a:t>
            </a:r>
            <a:endParaRPr lang="en-US" sz="4200" dirty="0">
              <a:latin typeface="Arial" panose="020B0604020202020204" pitchFamily="34" charset="0"/>
              <a:ea typeface="Trebuchet MS"/>
              <a:cs typeface="Arial" panose="020B0604020202020204" pitchFamily="34" charset="0"/>
              <a:sym typeface="Trebuchet MS"/>
            </a:endParaRPr>
          </a:p>
        </p:txBody>
      </p:sp>
      <p:sp>
        <p:nvSpPr>
          <p:cNvPr id="104" name="Google Shape;104;p1"/>
          <p:cNvSpPr/>
          <p:nvPr/>
        </p:nvSpPr>
        <p:spPr>
          <a:xfrm>
            <a:off x="488238" y="5322360"/>
            <a:ext cx="9129895" cy="7476689"/>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07" name="Google Shape;107;p1"/>
          <p:cNvSpPr txBox="1"/>
          <p:nvPr/>
        </p:nvSpPr>
        <p:spPr>
          <a:xfrm>
            <a:off x="500514" y="5332708"/>
            <a:ext cx="9117619"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Arial" panose="020B0604020202020204" pitchFamily="34" charset="0"/>
                <a:ea typeface="Trebuchet MS"/>
                <a:cs typeface="Arial" panose="020B0604020202020204" pitchFamily="34" charset="0"/>
                <a:sym typeface="Trebuchet MS"/>
              </a:rPr>
              <a:t>Background</a:t>
            </a:r>
            <a:endParaRPr sz="7000" dirty="0">
              <a:latin typeface="Arial" panose="020B0604020202020204" pitchFamily="34" charset="0"/>
              <a:ea typeface="Trebuchet MS"/>
              <a:cs typeface="Arial" panose="020B0604020202020204" pitchFamily="34" charset="0"/>
              <a:sym typeface="Trebuchet MS"/>
            </a:endParaRPr>
          </a:p>
        </p:txBody>
      </p:sp>
      <p:sp>
        <p:nvSpPr>
          <p:cNvPr id="110" name="Google Shape;110;p1"/>
          <p:cNvSpPr txBox="1"/>
          <p:nvPr/>
        </p:nvSpPr>
        <p:spPr>
          <a:xfrm>
            <a:off x="684376" y="7057084"/>
            <a:ext cx="8796896" cy="5460301"/>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b="1" dirty="0">
                <a:solidFill>
                  <a:schemeClr val="dk1"/>
                </a:solidFill>
                <a:highlight>
                  <a:srgbClr val="FFFFFF"/>
                </a:highlight>
                <a:latin typeface="+mj-lt"/>
              </a:rPr>
              <a:t>Adaptive Navigation</a:t>
            </a:r>
            <a:r>
              <a:rPr lang="en-US" sz="3400" dirty="0">
                <a:solidFill>
                  <a:schemeClr val="dk1"/>
                </a:solidFill>
                <a:highlight>
                  <a:srgbClr val="FFFFFF"/>
                </a:highlight>
                <a:latin typeface="+mj-lt"/>
              </a:rPr>
              <a:t> of </a:t>
            </a:r>
            <a:r>
              <a:rPr lang="en-US" sz="3400" b="1" dirty="0">
                <a:solidFill>
                  <a:schemeClr val="dk1"/>
                </a:solidFill>
                <a:highlight>
                  <a:srgbClr val="FFFFFF"/>
                </a:highlight>
                <a:latin typeface="+mj-lt"/>
              </a:rPr>
              <a:t>Multirobot Systems (MRS)</a:t>
            </a:r>
            <a:r>
              <a:rPr lang="en-US" sz="3400" dirty="0">
                <a:solidFill>
                  <a:schemeClr val="dk1"/>
                </a:solidFill>
                <a:highlight>
                  <a:srgbClr val="FFFFFF"/>
                </a:highlight>
                <a:latin typeface="+mj-lt"/>
              </a:rPr>
              <a:t> in physical vector fields is crucial for applications in harsh or communication-denied environments, including disaster response, environmental monitoring, and extraterrestrial exploration. While adaptive navigation in scalar fields is well-established, extending these methods to vector fields presents significant challenges.</a:t>
            </a:r>
          </a:p>
        </p:txBody>
      </p:sp>
      <p:sp>
        <p:nvSpPr>
          <p:cNvPr id="112" name="Google Shape;112;p1"/>
          <p:cNvSpPr txBox="1"/>
          <p:nvPr/>
        </p:nvSpPr>
        <p:spPr>
          <a:xfrm>
            <a:off x="648829" y="14993510"/>
            <a:ext cx="8742786" cy="9038973"/>
          </a:xfrm>
          <a:prstGeom prst="rect">
            <a:avLst/>
          </a:prstGeom>
          <a:noFill/>
          <a:ln>
            <a:noFill/>
          </a:ln>
        </p:spPr>
        <p:txBody>
          <a:bodyPr spcFirstLastPara="1" wrap="square" lIns="91425" tIns="45700" rIns="91425" bIns="45700" anchor="t" anchorCtr="0">
            <a:spAutoFit/>
          </a:bodyPr>
          <a:lstStyle/>
          <a:p>
            <a:pPr lvl="0">
              <a:lnSpc>
                <a:spcPct val="114000"/>
              </a:lnSpc>
              <a:buSzPts val="3600"/>
            </a:pPr>
            <a:r>
              <a:rPr lang="en-US" sz="3400" b="1" dirty="0">
                <a:solidFill>
                  <a:schemeClr val="dk1"/>
                </a:solidFill>
                <a:highlight>
                  <a:srgbClr val="FFFFFF"/>
                </a:highlight>
                <a:latin typeface="+mj-lt"/>
                <a:sym typeface="Trebuchet MS"/>
              </a:rPr>
              <a:t>Vector Field </a:t>
            </a:r>
            <a:r>
              <a:rPr lang="en-US" sz="3400" dirty="0">
                <a:solidFill>
                  <a:schemeClr val="dk1"/>
                </a:solidFill>
                <a:highlight>
                  <a:srgbClr val="FFFFFF"/>
                </a:highlight>
                <a:latin typeface="+mj-lt"/>
                <a:sym typeface="Trebuchet MS"/>
              </a:rPr>
              <a:t>environments</a:t>
            </a:r>
            <a:r>
              <a:rPr lang="en-US" sz="3400" b="1" dirty="0">
                <a:solidFill>
                  <a:schemeClr val="dk1"/>
                </a:solidFill>
                <a:highlight>
                  <a:srgbClr val="FFFFFF"/>
                </a:highlight>
                <a:latin typeface="+mj-lt"/>
                <a:sym typeface="Trebuchet MS"/>
              </a:rPr>
              <a:t> </a:t>
            </a:r>
            <a:r>
              <a:rPr lang="en-US" sz="3400" dirty="0">
                <a:solidFill>
                  <a:schemeClr val="dk1"/>
                </a:solidFill>
                <a:highlight>
                  <a:srgbClr val="FFFFFF"/>
                </a:highlight>
                <a:latin typeface="+mj-lt"/>
                <a:sym typeface="Trebuchet MS"/>
              </a:rPr>
              <a:t>are often dynamic and have features of interest that change location with time, necessitating </a:t>
            </a:r>
            <a:r>
              <a:rPr lang="en-US" sz="3400" b="1" dirty="0">
                <a:solidFill>
                  <a:schemeClr val="dk1"/>
                </a:solidFill>
                <a:highlight>
                  <a:srgbClr val="FFFFFF"/>
                </a:highlight>
                <a:latin typeface="+mj-lt"/>
                <a:sym typeface="Trebuchet MS"/>
              </a:rPr>
              <a:t>Adaptive Navigation (AN) </a:t>
            </a:r>
            <a:r>
              <a:rPr lang="en-US" sz="3400" dirty="0">
                <a:solidFill>
                  <a:schemeClr val="dk1"/>
                </a:solidFill>
                <a:highlight>
                  <a:srgbClr val="FFFFFF"/>
                </a:highlight>
                <a:latin typeface="+mj-lt"/>
                <a:sym typeface="Trebuchet MS"/>
              </a:rPr>
              <a:t>Control laws. Further challenges arise when bridging the gap from experimental results in </a:t>
            </a:r>
            <a:r>
              <a:rPr lang="en-US" sz="3400" b="1" dirty="0">
                <a:solidFill>
                  <a:schemeClr val="dk1"/>
                </a:solidFill>
                <a:highlight>
                  <a:srgbClr val="FFFFFF"/>
                </a:highlight>
                <a:latin typeface="+mj-lt"/>
                <a:sym typeface="Trebuchet MS"/>
              </a:rPr>
              <a:t>Simulation to Real  World (Sim2Real) </a:t>
            </a:r>
            <a:r>
              <a:rPr lang="en-US" sz="3400" dirty="0">
                <a:solidFill>
                  <a:schemeClr val="dk1"/>
                </a:solidFill>
                <a:highlight>
                  <a:srgbClr val="FFFFFF"/>
                </a:highlight>
                <a:latin typeface="+mj-lt"/>
                <a:sym typeface="Trebuchet MS"/>
              </a:rPr>
              <a:t>environments.</a:t>
            </a:r>
          </a:p>
          <a:p>
            <a:pPr lvl="0">
              <a:lnSpc>
                <a:spcPct val="114000"/>
              </a:lnSpc>
              <a:buSzPts val="3600"/>
            </a:pPr>
            <a:endParaRPr lang="en-US" sz="3400" dirty="0">
              <a:solidFill>
                <a:schemeClr val="dk1"/>
              </a:solidFill>
              <a:highlight>
                <a:srgbClr val="FFFFFF"/>
              </a:highlight>
              <a:latin typeface="+mj-lt"/>
              <a:sym typeface="Trebuchet MS"/>
            </a:endParaRPr>
          </a:p>
          <a:p>
            <a:pPr lvl="0">
              <a:lnSpc>
                <a:spcPct val="114000"/>
              </a:lnSpc>
              <a:buSzPts val="3600"/>
            </a:pPr>
            <a:r>
              <a:rPr lang="en-US" sz="3400" dirty="0">
                <a:solidFill>
                  <a:schemeClr val="dk1"/>
                </a:solidFill>
                <a:highlight>
                  <a:srgbClr val="FFFFFF"/>
                </a:highlight>
                <a:latin typeface="+mj-lt"/>
                <a:sym typeface="Trebuchet MS"/>
              </a:rPr>
              <a:t>Prior work at SCU has demonstrated the use of the RGB color channels to represent orthogonal vectors. This approach suffered from low accuracy due to channel interference and low sampling frequency of 0.15 Hz. Thus, previous test beds had limited abilities in representing vector fields.</a:t>
            </a:r>
          </a:p>
        </p:txBody>
      </p:sp>
      <p:sp>
        <p:nvSpPr>
          <p:cNvPr id="113" name="Google Shape;113;p1"/>
          <p:cNvSpPr txBox="1"/>
          <p:nvPr/>
        </p:nvSpPr>
        <p:spPr>
          <a:xfrm>
            <a:off x="35078274" y="20635206"/>
            <a:ext cx="81837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a:p>
        </p:txBody>
      </p:sp>
      <p:sp>
        <p:nvSpPr>
          <p:cNvPr id="118" name="Google Shape;118;p1"/>
          <p:cNvSpPr txBox="1"/>
          <p:nvPr/>
        </p:nvSpPr>
        <p:spPr>
          <a:xfrm>
            <a:off x="11047358" y="17934629"/>
            <a:ext cx="10292413" cy="954077"/>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1. An example of a </a:t>
            </a:r>
            <a:r>
              <a:rPr lang="en-US" sz="2500" b="1" dirty="0" err="1">
                <a:solidFill>
                  <a:schemeClr val="dk1"/>
                </a:solidFill>
                <a:highlight>
                  <a:srgbClr val="FFFFFF"/>
                </a:highlight>
                <a:latin typeface="+mj-lt"/>
                <a:sym typeface="Times New Roman"/>
              </a:rPr>
              <a:t>Decabot</a:t>
            </a:r>
            <a:r>
              <a:rPr lang="en-US" sz="2500" b="1" dirty="0">
                <a:solidFill>
                  <a:schemeClr val="dk1"/>
                </a:solidFill>
                <a:highlight>
                  <a:srgbClr val="FFFFFF"/>
                </a:highlight>
                <a:latin typeface="+mj-lt"/>
                <a:sym typeface="Times New Roman"/>
              </a:rPr>
              <a:t>, an omnidirectional rover equipped with an RGB sensor. Developed at SCU.</a:t>
            </a:r>
            <a:endParaRPr sz="2500" b="1" dirty="0">
              <a:solidFill>
                <a:schemeClr val="dk1"/>
              </a:solidFill>
              <a:highlight>
                <a:srgbClr val="FFFFFF"/>
              </a:highlight>
              <a:latin typeface="+mj-lt"/>
              <a:sym typeface="Times New Roman"/>
            </a:endParaRPr>
          </a:p>
        </p:txBody>
      </p:sp>
      <p:sp>
        <p:nvSpPr>
          <p:cNvPr id="3" name="Google Shape;101;p1">
            <a:extLst>
              <a:ext uri="{FF2B5EF4-FFF2-40B4-BE49-F238E27FC236}">
                <a16:creationId xmlns:a16="http://schemas.microsoft.com/office/drawing/2014/main" id="{8B7B8DAE-1EC3-FD4B-7A05-BF04F55BC7D8}"/>
              </a:ext>
            </a:extLst>
          </p:cNvPr>
          <p:cNvSpPr txBox="1"/>
          <p:nvPr/>
        </p:nvSpPr>
        <p:spPr>
          <a:xfrm>
            <a:off x="10901448" y="19188708"/>
            <a:ext cx="9789466" cy="1600398"/>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200" b="1" dirty="0">
                <a:solidFill>
                  <a:srgbClr val="0070C0"/>
                </a:solidFill>
                <a:latin typeface="Arial" panose="020B0604020202020204" pitchFamily="34" charset="0"/>
                <a:ea typeface="Trebuchet MS"/>
                <a:cs typeface="Arial" panose="020B0604020202020204" pitchFamily="34" charset="0"/>
                <a:sym typeface="Trebuchet MS"/>
              </a:rPr>
              <a:t>HSV Color Space and </a:t>
            </a:r>
            <a:br>
              <a:rPr lang="en-US" sz="4200" b="1" dirty="0">
                <a:solidFill>
                  <a:srgbClr val="0070C0"/>
                </a:solidFill>
                <a:latin typeface="Arial" panose="020B0604020202020204" pitchFamily="34" charset="0"/>
                <a:ea typeface="Trebuchet MS"/>
                <a:cs typeface="Arial" panose="020B0604020202020204" pitchFamily="34" charset="0"/>
                <a:sym typeface="Trebuchet MS"/>
              </a:rPr>
            </a:br>
            <a:r>
              <a:rPr lang="en-US" sz="4200" b="1" dirty="0">
                <a:solidFill>
                  <a:srgbClr val="0070C0"/>
                </a:solidFill>
                <a:latin typeface="Arial" panose="020B0604020202020204" pitchFamily="34" charset="0"/>
                <a:ea typeface="Trebuchet MS"/>
                <a:cs typeface="Arial" panose="020B0604020202020204" pitchFamily="34" charset="0"/>
                <a:sym typeface="Trebuchet MS"/>
              </a:rPr>
              <a:t>Supervised Machine Learning</a:t>
            </a:r>
            <a:endParaRPr sz="4200" dirty="0">
              <a:latin typeface="Arial" panose="020B0604020202020204" pitchFamily="34" charset="0"/>
              <a:ea typeface="Trebuchet MS"/>
              <a:cs typeface="Arial" panose="020B0604020202020204" pitchFamily="34" charset="0"/>
              <a:sym typeface="Trebuchet MS"/>
            </a:endParaRPr>
          </a:p>
          <a:p>
            <a:pPr marL="0" marR="0" lvl="0" indent="0" algn="ctr" rtl="0">
              <a:spcBef>
                <a:spcPts val="0"/>
              </a:spcBef>
              <a:spcAft>
                <a:spcPts val="0"/>
              </a:spcAft>
              <a:buNone/>
            </a:pPr>
            <a:endParaRPr dirty="0"/>
          </a:p>
        </p:txBody>
      </p:sp>
      <p:sp>
        <p:nvSpPr>
          <p:cNvPr id="5" name="Google Shape;101;p1">
            <a:extLst>
              <a:ext uri="{FF2B5EF4-FFF2-40B4-BE49-F238E27FC236}">
                <a16:creationId xmlns:a16="http://schemas.microsoft.com/office/drawing/2014/main" id="{34AF0623-CF08-E55F-3FDF-37B4726EE2D0}"/>
              </a:ext>
            </a:extLst>
          </p:cNvPr>
          <p:cNvSpPr txBox="1"/>
          <p:nvPr/>
        </p:nvSpPr>
        <p:spPr>
          <a:xfrm>
            <a:off x="9894291" y="26438604"/>
            <a:ext cx="12598548" cy="954067"/>
          </a:xfrm>
          <a:prstGeom prst="rect">
            <a:avLst/>
          </a:prstGeom>
          <a:noFill/>
          <a:ln>
            <a:noFill/>
          </a:ln>
        </p:spPr>
        <p:txBody>
          <a:bodyPr spcFirstLastPara="1" wrap="square" lIns="91425" tIns="45700" rIns="91425" bIns="45700" anchor="t" anchorCtr="0">
            <a:spAutoFit/>
          </a:bodyPr>
          <a:lstStyle/>
          <a:p>
            <a:pPr marL="1371600" lvl="0" indent="457200" rtl="0">
              <a:spcBef>
                <a:spcPts val="0"/>
              </a:spcBef>
              <a:spcAft>
                <a:spcPts val="0"/>
              </a:spcAft>
              <a:buNone/>
            </a:pPr>
            <a:r>
              <a:rPr lang="en-US" sz="4200" b="1" dirty="0" err="1">
                <a:solidFill>
                  <a:srgbClr val="0070C0"/>
                </a:solidFill>
                <a:latin typeface="Arial" panose="020B0604020202020204" pitchFamily="34" charset="0"/>
                <a:ea typeface="Trebuchet MS"/>
                <a:cs typeface="Arial" panose="020B0604020202020204" pitchFamily="34" charset="0"/>
                <a:sym typeface="Trebuchet MS"/>
              </a:rPr>
              <a:t>OptiTrack</a:t>
            </a:r>
            <a:r>
              <a:rPr lang="en-US" sz="4200" b="1" dirty="0">
                <a:solidFill>
                  <a:srgbClr val="0070C0"/>
                </a:solidFill>
                <a:latin typeface="Arial" panose="020B0604020202020204" pitchFamily="34" charset="0"/>
                <a:ea typeface="Trebuchet MS"/>
                <a:cs typeface="Arial" panose="020B0604020202020204" pitchFamily="34" charset="0"/>
                <a:sym typeface="Trebuchet MS"/>
              </a:rPr>
              <a:t> Motion Capture System</a:t>
            </a:r>
            <a:endParaRPr lang="en-US" sz="4200" dirty="0">
              <a:latin typeface="Arial" panose="020B0604020202020204" pitchFamily="34" charset="0"/>
              <a:ea typeface="Trebuchet MS"/>
              <a:cs typeface="Arial" panose="020B0604020202020204" pitchFamily="34" charset="0"/>
              <a:sym typeface="Trebuchet MS"/>
            </a:endParaRPr>
          </a:p>
          <a:p>
            <a:pPr marL="0" marR="0" lvl="0" indent="0" algn="ctr" rtl="0">
              <a:spcBef>
                <a:spcPts val="0"/>
              </a:spcBef>
              <a:spcAft>
                <a:spcPts val="0"/>
              </a:spcAft>
              <a:buNone/>
            </a:pPr>
            <a:endParaRPr dirty="0"/>
          </a:p>
        </p:txBody>
      </p:sp>
      <p:sp>
        <p:nvSpPr>
          <p:cNvPr id="8" name="Google Shape;88;p1">
            <a:extLst>
              <a:ext uri="{FF2B5EF4-FFF2-40B4-BE49-F238E27FC236}">
                <a16:creationId xmlns:a16="http://schemas.microsoft.com/office/drawing/2014/main" id="{0FB0C5C9-C40F-F763-0F5F-3B282423EDFB}"/>
              </a:ext>
            </a:extLst>
          </p:cNvPr>
          <p:cNvSpPr/>
          <p:nvPr/>
        </p:nvSpPr>
        <p:spPr>
          <a:xfrm>
            <a:off x="439266" y="24632280"/>
            <a:ext cx="9188693" cy="778772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12;p1">
            <a:extLst>
              <a:ext uri="{FF2B5EF4-FFF2-40B4-BE49-F238E27FC236}">
                <a16:creationId xmlns:a16="http://schemas.microsoft.com/office/drawing/2014/main" id="{1D8221E5-B7D5-06CE-D650-A6FDBF87B9CF}"/>
              </a:ext>
            </a:extLst>
          </p:cNvPr>
          <p:cNvSpPr txBox="1"/>
          <p:nvPr/>
        </p:nvSpPr>
        <p:spPr>
          <a:xfrm>
            <a:off x="648829" y="26314501"/>
            <a:ext cx="8742786" cy="7390188"/>
          </a:xfrm>
          <a:prstGeom prst="rect">
            <a:avLst/>
          </a:prstGeom>
          <a:noFill/>
          <a:ln>
            <a:noFill/>
          </a:ln>
        </p:spPr>
        <p:txBody>
          <a:bodyPr spcFirstLastPara="1" wrap="square" lIns="91425" tIns="45700" rIns="91425" bIns="45700" anchor="t" anchorCtr="0">
            <a:spAutoFit/>
          </a:bodyPr>
          <a:lstStyle/>
          <a:p>
            <a:pPr lvl="0">
              <a:lnSpc>
                <a:spcPct val="114000"/>
              </a:lnSpc>
              <a:buSzPts val="3600"/>
            </a:pPr>
            <a:r>
              <a:rPr lang="en-US" sz="3400" dirty="0">
                <a:solidFill>
                  <a:schemeClr val="dk1"/>
                </a:solidFill>
                <a:highlight>
                  <a:srgbClr val="FFFFFF"/>
                </a:highlight>
                <a:latin typeface="+mj-lt"/>
                <a:sym typeface="Trebuchet MS"/>
              </a:rPr>
              <a:t>To develop and validate a new indoor test bed for MRS adaptive navigation in vector field environments. This test bed must:</a:t>
            </a:r>
          </a:p>
          <a:p>
            <a:pPr lvl="0">
              <a:lnSpc>
                <a:spcPct val="114000"/>
              </a:lnSpc>
              <a:buSzPts val="3600"/>
            </a:pPr>
            <a:endParaRPr lang="en-US" sz="3400" dirty="0">
              <a:solidFill>
                <a:schemeClr val="dk1"/>
              </a:solidFill>
              <a:highlight>
                <a:srgbClr val="FFFFFF"/>
              </a:highlight>
              <a:latin typeface="+mj-lt"/>
              <a:sym typeface="Trebuchet MS"/>
            </a:endParaRPr>
          </a:p>
          <a:p>
            <a:pPr marL="742950" lvl="0" indent="-742950">
              <a:lnSpc>
                <a:spcPct val="114000"/>
              </a:lnSpc>
              <a:buSzPts val="3600"/>
              <a:buAutoNum type="arabicParenR"/>
            </a:pPr>
            <a:r>
              <a:rPr lang="en-US" sz="3400" dirty="0">
                <a:solidFill>
                  <a:schemeClr val="dk1"/>
                </a:solidFill>
                <a:highlight>
                  <a:srgbClr val="FFFFFF"/>
                </a:highlight>
                <a:latin typeface="+mj-lt"/>
                <a:sym typeface="Trebuchet MS"/>
              </a:rPr>
              <a:t>Accurately represent all vector directions across a wide range of magnitudes.</a:t>
            </a:r>
          </a:p>
          <a:p>
            <a:pPr marL="742950" lvl="0" indent="-742950">
              <a:lnSpc>
                <a:spcPct val="114000"/>
              </a:lnSpc>
              <a:buSzPts val="3600"/>
              <a:buAutoNum type="arabicParenR"/>
            </a:pPr>
            <a:r>
              <a:rPr lang="en-US" sz="3400" dirty="0">
                <a:solidFill>
                  <a:schemeClr val="dk1"/>
                </a:solidFill>
                <a:highlight>
                  <a:srgbClr val="FFFFFF"/>
                </a:highlight>
                <a:latin typeface="+mj-lt"/>
                <a:sym typeface="Trebuchet MS"/>
              </a:rPr>
              <a:t>Allow for continuous robot motion.</a:t>
            </a:r>
          </a:p>
          <a:p>
            <a:pPr marL="742950" lvl="0" indent="-742950">
              <a:lnSpc>
                <a:spcPct val="114000"/>
              </a:lnSpc>
              <a:buSzPts val="3600"/>
              <a:buAutoNum type="arabicParenR"/>
            </a:pPr>
            <a:r>
              <a:rPr lang="en-US" sz="3400" dirty="0">
                <a:solidFill>
                  <a:schemeClr val="dk1"/>
                </a:solidFill>
                <a:highlight>
                  <a:srgbClr val="FFFFFF"/>
                </a:highlight>
                <a:latin typeface="+mj-lt"/>
                <a:sym typeface="Trebuchet MS"/>
              </a:rPr>
              <a:t>Have multi-robot capabilities.</a:t>
            </a:r>
          </a:p>
          <a:p>
            <a:pPr marL="742950" lvl="0" indent="-742950">
              <a:lnSpc>
                <a:spcPct val="114000"/>
              </a:lnSpc>
              <a:buSzPts val="3600"/>
              <a:buAutoNum type="arabicParenR"/>
            </a:pPr>
            <a:r>
              <a:rPr lang="en-US" sz="3400" dirty="0">
                <a:solidFill>
                  <a:schemeClr val="dk1"/>
                </a:solidFill>
                <a:highlight>
                  <a:srgbClr val="FFFFFF"/>
                </a:highlight>
                <a:latin typeface="+mj-lt"/>
                <a:sym typeface="Trebuchet MS"/>
              </a:rPr>
              <a:t>Allow for verification in a quantifiable way.</a:t>
            </a:r>
          </a:p>
          <a:p>
            <a:pPr lvl="0">
              <a:lnSpc>
                <a:spcPct val="114000"/>
              </a:lnSpc>
              <a:buSzPts val="3600"/>
            </a:pPr>
            <a:endParaRPr lang="en-US" sz="3600" dirty="0">
              <a:solidFill>
                <a:schemeClr val="dk1"/>
              </a:solidFill>
              <a:highlight>
                <a:srgbClr val="FFFFFF"/>
              </a:highlight>
              <a:latin typeface="+mj-lt"/>
              <a:sym typeface="Trebuchet MS"/>
            </a:endParaRPr>
          </a:p>
          <a:p>
            <a:pPr lvl="0">
              <a:lnSpc>
                <a:spcPct val="114000"/>
              </a:lnSpc>
              <a:buSzPts val="3600"/>
            </a:pPr>
            <a:endParaRPr lang="en-US" sz="3600" dirty="0">
              <a:solidFill>
                <a:schemeClr val="dk1"/>
              </a:solidFill>
              <a:highlight>
                <a:srgbClr val="FFFFFF"/>
              </a:highlight>
              <a:latin typeface="+mj-lt"/>
              <a:sym typeface="Trebuchet MS"/>
            </a:endParaRPr>
          </a:p>
        </p:txBody>
      </p:sp>
      <p:sp>
        <p:nvSpPr>
          <p:cNvPr id="23" name="Google Shape;107;p1">
            <a:extLst>
              <a:ext uri="{FF2B5EF4-FFF2-40B4-BE49-F238E27FC236}">
                <a16:creationId xmlns:a16="http://schemas.microsoft.com/office/drawing/2014/main" id="{868069A8-4315-5310-35A9-6F189F349667}"/>
              </a:ext>
            </a:extLst>
          </p:cNvPr>
          <p:cNvSpPr txBox="1"/>
          <p:nvPr/>
        </p:nvSpPr>
        <p:spPr>
          <a:xfrm>
            <a:off x="10577166" y="5322360"/>
            <a:ext cx="10965000"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Arial" panose="020B0604020202020204" pitchFamily="34" charset="0"/>
                <a:ea typeface="Trebuchet MS"/>
                <a:cs typeface="Arial" panose="020B0604020202020204" pitchFamily="34" charset="0"/>
                <a:sym typeface="Trebuchet MS"/>
              </a:rPr>
              <a:t>Test Bed Design</a:t>
            </a:r>
            <a:endParaRPr sz="7000" dirty="0">
              <a:latin typeface="Arial" panose="020B0604020202020204" pitchFamily="34" charset="0"/>
              <a:ea typeface="Trebuchet MS"/>
              <a:cs typeface="Arial" panose="020B0604020202020204" pitchFamily="34" charset="0"/>
              <a:sym typeface="Trebuchet MS"/>
            </a:endParaRPr>
          </a:p>
        </p:txBody>
      </p:sp>
      <p:sp>
        <p:nvSpPr>
          <p:cNvPr id="29" name="Google Shape;107;p1">
            <a:extLst>
              <a:ext uri="{FF2B5EF4-FFF2-40B4-BE49-F238E27FC236}">
                <a16:creationId xmlns:a16="http://schemas.microsoft.com/office/drawing/2014/main" id="{BA40C28E-F734-79CF-966E-2F8A55A3A97D}"/>
              </a:ext>
            </a:extLst>
          </p:cNvPr>
          <p:cNvSpPr txBox="1"/>
          <p:nvPr/>
        </p:nvSpPr>
        <p:spPr>
          <a:xfrm>
            <a:off x="34259778" y="5322360"/>
            <a:ext cx="9168040"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Arial" panose="020B0604020202020204" pitchFamily="34" charset="0"/>
                <a:ea typeface="Trebuchet MS"/>
                <a:cs typeface="Arial" panose="020B0604020202020204" pitchFamily="34" charset="0"/>
                <a:sym typeface="Trebuchet MS"/>
              </a:rPr>
              <a:t>Significance</a:t>
            </a:r>
            <a:endParaRPr sz="7000" dirty="0">
              <a:latin typeface="Arial" panose="020B0604020202020204" pitchFamily="34" charset="0"/>
              <a:ea typeface="Trebuchet MS"/>
              <a:cs typeface="Arial" panose="020B0604020202020204" pitchFamily="34" charset="0"/>
              <a:sym typeface="Trebuchet MS"/>
            </a:endParaRPr>
          </a:p>
        </p:txBody>
      </p:sp>
      <p:sp>
        <p:nvSpPr>
          <p:cNvPr id="31" name="Google Shape;107;p1">
            <a:extLst>
              <a:ext uri="{FF2B5EF4-FFF2-40B4-BE49-F238E27FC236}">
                <a16:creationId xmlns:a16="http://schemas.microsoft.com/office/drawing/2014/main" id="{36EC76E7-17A9-32E2-E3C0-58100F95B898}"/>
              </a:ext>
            </a:extLst>
          </p:cNvPr>
          <p:cNvSpPr txBox="1"/>
          <p:nvPr/>
        </p:nvSpPr>
        <p:spPr>
          <a:xfrm>
            <a:off x="22375991" y="5320463"/>
            <a:ext cx="10965000"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Arial" panose="020B0604020202020204" pitchFamily="34" charset="0"/>
                <a:ea typeface="Trebuchet MS"/>
                <a:cs typeface="Arial" panose="020B0604020202020204" pitchFamily="34" charset="0"/>
                <a:sym typeface="Trebuchet MS"/>
              </a:rPr>
              <a:t>Results</a:t>
            </a:r>
            <a:endParaRPr sz="7000" dirty="0">
              <a:latin typeface="Arial" panose="020B0604020202020204" pitchFamily="34" charset="0"/>
              <a:ea typeface="Trebuchet MS"/>
              <a:cs typeface="Arial" panose="020B0604020202020204" pitchFamily="34" charset="0"/>
              <a:sym typeface="Trebuchet MS"/>
            </a:endParaRPr>
          </a:p>
        </p:txBody>
      </p:sp>
      <p:sp>
        <p:nvSpPr>
          <p:cNvPr id="32" name="Google Shape;107;p1">
            <a:extLst>
              <a:ext uri="{FF2B5EF4-FFF2-40B4-BE49-F238E27FC236}">
                <a16:creationId xmlns:a16="http://schemas.microsoft.com/office/drawing/2014/main" id="{06A23B7D-99F4-737F-1002-47D3A929B771}"/>
              </a:ext>
            </a:extLst>
          </p:cNvPr>
          <p:cNvSpPr txBox="1"/>
          <p:nvPr/>
        </p:nvSpPr>
        <p:spPr>
          <a:xfrm>
            <a:off x="434842" y="13256965"/>
            <a:ext cx="9170760"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Arial" panose="020B0604020202020204" pitchFamily="34" charset="0"/>
                <a:ea typeface="Trebuchet MS"/>
                <a:cs typeface="Arial" panose="020B0604020202020204" pitchFamily="34" charset="0"/>
                <a:sym typeface="Trebuchet MS"/>
              </a:rPr>
              <a:t>Problem</a:t>
            </a:r>
            <a:endParaRPr sz="7000" dirty="0">
              <a:latin typeface="Arial" panose="020B0604020202020204" pitchFamily="34" charset="0"/>
              <a:ea typeface="Trebuchet MS"/>
              <a:cs typeface="Arial" panose="020B0604020202020204" pitchFamily="34" charset="0"/>
              <a:sym typeface="Trebuchet MS"/>
            </a:endParaRPr>
          </a:p>
        </p:txBody>
      </p:sp>
      <p:sp>
        <p:nvSpPr>
          <p:cNvPr id="34" name="Google Shape;107;p1">
            <a:extLst>
              <a:ext uri="{FF2B5EF4-FFF2-40B4-BE49-F238E27FC236}">
                <a16:creationId xmlns:a16="http://schemas.microsoft.com/office/drawing/2014/main" id="{5F851019-7AC0-3162-7115-FE500E23EDDC}"/>
              </a:ext>
            </a:extLst>
          </p:cNvPr>
          <p:cNvSpPr txBox="1"/>
          <p:nvPr/>
        </p:nvSpPr>
        <p:spPr>
          <a:xfrm>
            <a:off x="449671" y="24632280"/>
            <a:ext cx="9188692"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Arial" panose="020B0604020202020204" pitchFamily="34" charset="0"/>
                <a:ea typeface="Trebuchet MS"/>
                <a:cs typeface="Arial" panose="020B0604020202020204" pitchFamily="34" charset="0"/>
                <a:sym typeface="Trebuchet MS"/>
              </a:rPr>
              <a:t>Objective</a:t>
            </a:r>
            <a:endParaRPr sz="7000" dirty="0">
              <a:latin typeface="Arial" panose="020B0604020202020204" pitchFamily="34" charset="0"/>
              <a:ea typeface="Trebuchet MS"/>
              <a:cs typeface="Arial" panose="020B0604020202020204" pitchFamily="34" charset="0"/>
              <a:sym typeface="Trebuchet MS"/>
            </a:endParaRPr>
          </a:p>
        </p:txBody>
      </p:sp>
      <p:sp>
        <p:nvSpPr>
          <p:cNvPr id="35" name="Google Shape;118;p1">
            <a:extLst>
              <a:ext uri="{FF2B5EF4-FFF2-40B4-BE49-F238E27FC236}">
                <a16:creationId xmlns:a16="http://schemas.microsoft.com/office/drawing/2014/main" id="{92CFACAA-4E11-1A9C-CCC9-C79CF15B9E0C}"/>
              </a:ext>
            </a:extLst>
          </p:cNvPr>
          <p:cNvSpPr txBox="1"/>
          <p:nvPr/>
        </p:nvSpPr>
        <p:spPr>
          <a:xfrm>
            <a:off x="10589718" y="25076485"/>
            <a:ext cx="10899439" cy="1338798"/>
          </a:xfrm>
          <a:prstGeom prst="rect">
            <a:avLst/>
          </a:prstGeom>
          <a:noFill/>
          <a:ln>
            <a:noFill/>
          </a:ln>
        </p:spPr>
        <p:txBody>
          <a:bodyPr spcFirstLastPara="1" wrap="square" lIns="91425" tIns="91425" rIns="91425" bIns="91425" anchor="t" anchorCtr="0">
            <a:spAutoFit/>
          </a:bodyPr>
          <a:lstStyle/>
          <a:p>
            <a:pPr marL="457200"/>
            <a:r>
              <a:rPr lang="en-US" sz="2500" b="1" dirty="0">
                <a:solidFill>
                  <a:schemeClr val="dk1"/>
                </a:solidFill>
                <a:highlight>
                  <a:srgbClr val="FFFFFF"/>
                </a:highlight>
                <a:latin typeface="+mj-lt"/>
                <a:sym typeface="Times New Roman"/>
              </a:rPr>
              <a:t>Fig 2. Training and Testing Plots. These Hue vs Saturation pallets are used to represent the angle and magnitude of different vectors.</a:t>
            </a:r>
          </a:p>
          <a:p>
            <a:pPr marL="457200"/>
            <a:r>
              <a:rPr lang="en-US" sz="2500" b="1" dirty="0">
                <a:solidFill>
                  <a:schemeClr val="dk1"/>
                </a:solidFill>
                <a:highlight>
                  <a:srgbClr val="FFFFFF"/>
                </a:highlight>
                <a:latin typeface="+mj-lt"/>
                <a:sym typeface="Times New Roman"/>
              </a:rPr>
              <a:t>Training was done using MATLAB’s Deep Learning Toolbox.</a:t>
            </a:r>
            <a:endParaRPr sz="2500" b="1" dirty="0">
              <a:solidFill>
                <a:schemeClr val="dk1"/>
              </a:solidFill>
              <a:highlight>
                <a:srgbClr val="FFFFFF"/>
              </a:highlight>
              <a:latin typeface="+mj-lt"/>
              <a:sym typeface="Times New Roman"/>
            </a:endParaRPr>
          </a:p>
        </p:txBody>
      </p:sp>
      <p:sp>
        <p:nvSpPr>
          <p:cNvPr id="36" name="Google Shape;103;p1">
            <a:extLst>
              <a:ext uri="{FF2B5EF4-FFF2-40B4-BE49-F238E27FC236}">
                <a16:creationId xmlns:a16="http://schemas.microsoft.com/office/drawing/2014/main" id="{E890C3A5-E655-828A-B944-CC2872FD4A5E}"/>
              </a:ext>
            </a:extLst>
          </p:cNvPr>
          <p:cNvSpPr txBox="1"/>
          <p:nvPr/>
        </p:nvSpPr>
        <p:spPr>
          <a:xfrm>
            <a:off x="11473486" y="6766034"/>
            <a:ext cx="10103700" cy="954067"/>
          </a:xfrm>
          <a:prstGeom prst="rect">
            <a:avLst/>
          </a:prstGeom>
          <a:noFill/>
          <a:ln>
            <a:noFill/>
          </a:ln>
        </p:spPr>
        <p:txBody>
          <a:bodyPr spcFirstLastPara="1" wrap="square" lIns="91425" tIns="45700" rIns="91425" bIns="45700" anchor="t" anchorCtr="0">
            <a:spAutoFit/>
          </a:bodyPr>
          <a:lstStyle/>
          <a:p>
            <a:pPr marL="1371600" indent="457200"/>
            <a:r>
              <a:rPr lang="en-US" sz="4200" b="1" dirty="0">
                <a:solidFill>
                  <a:srgbClr val="0070C0"/>
                </a:solidFill>
                <a:latin typeface="Arial" panose="020B0604020202020204" pitchFamily="34" charset="0"/>
                <a:cs typeface="Arial" panose="020B0604020202020204" pitchFamily="34" charset="0"/>
                <a:sym typeface="Trebuchet MS"/>
              </a:rPr>
              <a:t>Control Architecture</a:t>
            </a:r>
            <a:endParaRPr sz="4200" b="1" dirty="0">
              <a:solidFill>
                <a:srgbClr val="0070C0"/>
              </a:solidFill>
              <a:latin typeface="Arial" panose="020B0604020202020204" pitchFamily="34" charset="0"/>
              <a:cs typeface="Arial" panose="020B0604020202020204" pitchFamily="34" charset="0"/>
              <a:sym typeface="Trebuchet MS"/>
            </a:endParaRPr>
          </a:p>
          <a:p>
            <a:pPr marL="0" marR="0" lvl="0" indent="0" algn="ctr" rtl="0">
              <a:spcBef>
                <a:spcPts val="0"/>
              </a:spcBef>
              <a:spcAft>
                <a:spcPts val="0"/>
              </a:spcAft>
              <a:buNone/>
            </a:pPr>
            <a:endParaRPr dirty="0"/>
          </a:p>
        </p:txBody>
      </p:sp>
      <p:sp>
        <p:nvSpPr>
          <p:cNvPr id="46" name="Google Shape;118;p1">
            <a:extLst>
              <a:ext uri="{FF2B5EF4-FFF2-40B4-BE49-F238E27FC236}">
                <a16:creationId xmlns:a16="http://schemas.microsoft.com/office/drawing/2014/main" id="{816C4585-FAA6-B1BC-8BB5-795E1012412C}"/>
              </a:ext>
            </a:extLst>
          </p:cNvPr>
          <p:cNvSpPr txBox="1"/>
          <p:nvPr/>
        </p:nvSpPr>
        <p:spPr>
          <a:xfrm>
            <a:off x="11709400" y="31805465"/>
            <a:ext cx="9358610" cy="575195"/>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4. </a:t>
            </a:r>
            <a:r>
              <a:rPr lang="en-US" sz="2500" b="1" dirty="0" err="1">
                <a:solidFill>
                  <a:schemeClr val="dk1"/>
                </a:solidFill>
                <a:highlight>
                  <a:srgbClr val="FFFFFF"/>
                </a:highlight>
                <a:latin typeface="+mj-lt"/>
                <a:sym typeface="Times New Roman"/>
              </a:rPr>
              <a:t>MultiRobot</a:t>
            </a:r>
            <a:r>
              <a:rPr lang="en-US" sz="2500" b="1" dirty="0">
                <a:solidFill>
                  <a:schemeClr val="dk1"/>
                </a:solidFill>
                <a:highlight>
                  <a:srgbClr val="FFFFFF"/>
                </a:highlight>
                <a:latin typeface="+mj-lt"/>
                <a:sym typeface="Times New Roman"/>
              </a:rPr>
              <a:t> Test Bed Under </a:t>
            </a:r>
            <a:r>
              <a:rPr lang="en-US" sz="2500" b="1" dirty="0" err="1">
                <a:solidFill>
                  <a:schemeClr val="dk1"/>
                </a:solidFill>
                <a:highlight>
                  <a:srgbClr val="FFFFFF"/>
                </a:highlight>
                <a:latin typeface="+mj-lt"/>
                <a:sym typeface="Times New Roman"/>
              </a:rPr>
              <a:t>OptiTrack</a:t>
            </a:r>
            <a:r>
              <a:rPr lang="en-US" sz="2500" b="1" dirty="0">
                <a:solidFill>
                  <a:schemeClr val="dk1"/>
                </a:solidFill>
                <a:highlight>
                  <a:srgbClr val="FFFFFF"/>
                </a:highlight>
                <a:latin typeface="+mj-lt"/>
                <a:sym typeface="Times New Roman"/>
              </a:rPr>
              <a:t> System </a:t>
            </a:r>
            <a:endParaRPr sz="2500" b="1" dirty="0">
              <a:solidFill>
                <a:schemeClr val="dk1"/>
              </a:solidFill>
              <a:highlight>
                <a:srgbClr val="FFFFFF"/>
              </a:highlight>
              <a:latin typeface="+mj-lt"/>
              <a:sym typeface="Times New Roman"/>
            </a:endParaRPr>
          </a:p>
        </p:txBody>
      </p:sp>
      <p:sp>
        <p:nvSpPr>
          <p:cNvPr id="50" name="Google Shape;97;p1">
            <a:extLst>
              <a:ext uri="{FF2B5EF4-FFF2-40B4-BE49-F238E27FC236}">
                <a16:creationId xmlns:a16="http://schemas.microsoft.com/office/drawing/2014/main" id="{C407B661-FE5F-686F-08FC-A82B4AA40B23}"/>
              </a:ext>
            </a:extLst>
          </p:cNvPr>
          <p:cNvSpPr/>
          <p:nvPr/>
        </p:nvSpPr>
        <p:spPr>
          <a:xfrm>
            <a:off x="34250533" y="15307295"/>
            <a:ext cx="9225985" cy="8474258"/>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51" name="Google Shape;107;p1">
            <a:extLst>
              <a:ext uri="{FF2B5EF4-FFF2-40B4-BE49-F238E27FC236}">
                <a16:creationId xmlns:a16="http://schemas.microsoft.com/office/drawing/2014/main" id="{F8088490-D257-55DF-10B1-CDAD57A0BAF0}"/>
              </a:ext>
            </a:extLst>
          </p:cNvPr>
          <p:cNvSpPr txBox="1"/>
          <p:nvPr/>
        </p:nvSpPr>
        <p:spPr>
          <a:xfrm>
            <a:off x="34259778" y="15207995"/>
            <a:ext cx="9230293"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Arial" panose="020B0604020202020204" pitchFamily="34" charset="0"/>
                <a:ea typeface="Trebuchet MS"/>
                <a:cs typeface="Arial" panose="020B0604020202020204" pitchFamily="34" charset="0"/>
                <a:sym typeface="Trebuchet MS"/>
              </a:rPr>
              <a:t>Future Work</a:t>
            </a:r>
            <a:endParaRPr sz="7000" dirty="0">
              <a:latin typeface="Arial" panose="020B0604020202020204" pitchFamily="34" charset="0"/>
              <a:ea typeface="Trebuchet MS"/>
              <a:cs typeface="Arial" panose="020B0604020202020204" pitchFamily="34" charset="0"/>
              <a:sym typeface="Trebuchet MS"/>
            </a:endParaRPr>
          </a:p>
        </p:txBody>
      </p:sp>
      <p:sp>
        <p:nvSpPr>
          <p:cNvPr id="52" name="Google Shape;107;p1">
            <a:extLst>
              <a:ext uri="{FF2B5EF4-FFF2-40B4-BE49-F238E27FC236}">
                <a16:creationId xmlns:a16="http://schemas.microsoft.com/office/drawing/2014/main" id="{E32FE920-3ABF-E753-6E39-F6F83C76EDB5}"/>
              </a:ext>
            </a:extLst>
          </p:cNvPr>
          <p:cNvSpPr txBox="1"/>
          <p:nvPr/>
        </p:nvSpPr>
        <p:spPr>
          <a:xfrm>
            <a:off x="34197524" y="24295438"/>
            <a:ext cx="9254409" cy="1169511"/>
          </a:xfrm>
          <a:prstGeom prst="rect">
            <a:avLst/>
          </a:prstGeom>
          <a:solidFill>
            <a:srgbClr val="B94747"/>
          </a:solidFill>
          <a:ln w="5715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0" dirty="0">
                <a:solidFill>
                  <a:schemeClr val="lt1"/>
                </a:solidFill>
                <a:latin typeface="Trebuchet MS"/>
                <a:ea typeface="Trebuchet MS"/>
                <a:cs typeface="Trebuchet MS"/>
                <a:sym typeface="Trebuchet MS"/>
              </a:rPr>
              <a:t>Conclusion</a:t>
            </a:r>
            <a:endParaRPr sz="7000" dirty="0">
              <a:latin typeface="Trebuchet MS"/>
              <a:ea typeface="Trebuchet MS"/>
              <a:cs typeface="Trebuchet MS"/>
              <a:sym typeface="Trebuchet MS"/>
            </a:endParaRPr>
          </a:p>
        </p:txBody>
      </p:sp>
      <p:pic>
        <p:nvPicPr>
          <p:cNvPr id="1026" name="Picture 2">
            <a:extLst>
              <a:ext uri="{FF2B5EF4-FFF2-40B4-BE49-F238E27FC236}">
                <a16:creationId xmlns:a16="http://schemas.microsoft.com/office/drawing/2014/main" id="{0227DD35-6F21-7957-D69B-749CE45214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35240" y="20796508"/>
            <a:ext cx="4095482" cy="39343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984E881D-A0FB-879F-717C-6FC4BE1AA4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4467"/>
          <a:stretch/>
        </p:blipFill>
        <p:spPr bwMode="auto">
          <a:xfrm>
            <a:off x="15718516" y="20868115"/>
            <a:ext cx="4013200" cy="3833908"/>
          </a:xfrm>
          <a:prstGeom prst="rect">
            <a:avLst/>
          </a:prstGeom>
          <a:noFill/>
          <a:extLst>
            <a:ext uri="{909E8E84-426E-40DD-AFC4-6F175D3DCCD1}">
              <a14:hiddenFill xmlns:a14="http://schemas.microsoft.com/office/drawing/2010/main">
                <a:solidFill>
                  <a:srgbClr val="FFFFFF"/>
                </a:solidFill>
              </a14:hiddenFill>
            </a:ext>
          </a:extLst>
        </p:spPr>
      </p:pic>
      <p:sp>
        <p:nvSpPr>
          <p:cNvPr id="56" name="AutoShape 8">
            <a:extLst>
              <a:ext uri="{FF2B5EF4-FFF2-40B4-BE49-F238E27FC236}">
                <a16:creationId xmlns:a16="http://schemas.microsoft.com/office/drawing/2014/main" id="{5B3CA706-0736-F524-EBD7-480330290614}"/>
              </a:ext>
            </a:extLst>
          </p:cNvPr>
          <p:cNvSpPr>
            <a:spLocks noChangeAspect="1" noChangeArrowheads="1"/>
          </p:cNvSpPr>
          <p:nvPr/>
        </p:nvSpPr>
        <p:spPr bwMode="auto">
          <a:xfrm>
            <a:off x="21793199" y="16306799"/>
            <a:ext cx="4385487" cy="438548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8" name="Picture 57">
            <a:extLst>
              <a:ext uri="{FF2B5EF4-FFF2-40B4-BE49-F238E27FC236}">
                <a16:creationId xmlns:a16="http://schemas.microsoft.com/office/drawing/2014/main" id="{78C1BCE9-0BE3-E327-9BCC-B011ED983F3F}"/>
              </a:ext>
            </a:extLst>
          </p:cNvPr>
          <p:cNvPicPr>
            <a:picLocks noChangeAspect="1"/>
          </p:cNvPicPr>
          <p:nvPr/>
        </p:nvPicPr>
        <p:blipFill>
          <a:blip r:embed="rId6"/>
          <a:stretch>
            <a:fillRect/>
          </a:stretch>
        </p:blipFill>
        <p:spPr>
          <a:xfrm>
            <a:off x="12986402" y="27500411"/>
            <a:ext cx="5900128" cy="4280393"/>
          </a:xfrm>
          <a:prstGeom prst="rect">
            <a:avLst/>
          </a:prstGeom>
        </p:spPr>
      </p:pic>
      <p:sp>
        <p:nvSpPr>
          <p:cNvPr id="62" name="Google Shape;101;p1">
            <a:extLst>
              <a:ext uri="{FF2B5EF4-FFF2-40B4-BE49-F238E27FC236}">
                <a16:creationId xmlns:a16="http://schemas.microsoft.com/office/drawing/2014/main" id="{E9D04264-2049-6837-1828-AEE74A4BC6B0}"/>
              </a:ext>
            </a:extLst>
          </p:cNvPr>
          <p:cNvSpPr txBox="1"/>
          <p:nvPr/>
        </p:nvSpPr>
        <p:spPr>
          <a:xfrm>
            <a:off x="21886479" y="6837941"/>
            <a:ext cx="10740288" cy="830956"/>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Predictions on Training Data</a:t>
            </a:r>
            <a:endParaRPr lang="en-US" sz="1800" dirty="0">
              <a:latin typeface="Trebuchet MS"/>
              <a:ea typeface="Trebuchet MS"/>
              <a:cs typeface="Trebuchet MS"/>
              <a:sym typeface="Trebuchet MS"/>
            </a:endParaRPr>
          </a:p>
        </p:txBody>
      </p:sp>
      <p:sp>
        <p:nvSpPr>
          <p:cNvPr id="63" name="Google Shape;101;p1">
            <a:extLst>
              <a:ext uri="{FF2B5EF4-FFF2-40B4-BE49-F238E27FC236}">
                <a16:creationId xmlns:a16="http://schemas.microsoft.com/office/drawing/2014/main" id="{6302799D-8906-3516-C60D-F1B3E89D8FDD}"/>
              </a:ext>
            </a:extLst>
          </p:cNvPr>
          <p:cNvSpPr txBox="1"/>
          <p:nvPr/>
        </p:nvSpPr>
        <p:spPr>
          <a:xfrm>
            <a:off x="21266435" y="19666498"/>
            <a:ext cx="11224415" cy="830956"/>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Direction Following in a Vortex</a:t>
            </a:r>
            <a:endParaRPr lang="en-US" sz="1800" dirty="0">
              <a:latin typeface="Trebuchet MS"/>
              <a:ea typeface="Trebuchet MS"/>
              <a:cs typeface="Trebuchet MS"/>
              <a:sym typeface="Trebuchet MS"/>
            </a:endParaRPr>
          </a:p>
        </p:txBody>
      </p:sp>
      <p:sp>
        <p:nvSpPr>
          <p:cNvPr id="64" name="Google Shape;101;p1">
            <a:extLst>
              <a:ext uri="{FF2B5EF4-FFF2-40B4-BE49-F238E27FC236}">
                <a16:creationId xmlns:a16="http://schemas.microsoft.com/office/drawing/2014/main" id="{32088C9E-A251-C5CE-BCDB-A289C55AF8F3}"/>
              </a:ext>
            </a:extLst>
          </p:cNvPr>
          <p:cNvSpPr txBox="1"/>
          <p:nvPr/>
        </p:nvSpPr>
        <p:spPr>
          <a:xfrm>
            <a:off x="21266435" y="26020012"/>
            <a:ext cx="12564067" cy="769401"/>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400" b="1" dirty="0">
                <a:solidFill>
                  <a:srgbClr val="0070C0"/>
                </a:solidFill>
                <a:latin typeface="Trebuchet MS"/>
                <a:ea typeface="Trebuchet MS"/>
                <a:cs typeface="Trebuchet MS"/>
                <a:sym typeface="Trebuchet MS"/>
              </a:rPr>
              <a:t>Source Seeking in a Sinking Vortex</a:t>
            </a:r>
            <a:endParaRPr lang="en-US" sz="4400" dirty="0">
              <a:latin typeface="Trebuchet MS"/>
              <a:ea typeface="Trebuchet MS"/>
              <a:cs typeface="Trebuchet MS"/>
              <a:sym typeface="Trebuchet MS"/>
            </a:endParaRPr>
          </a:p>
        </p:txBody>
      </p:sp>
      <p:sp>
        <p:nvSpPr>
          <p:cNvPr id="65" name="Google Shape;110;p1">
            <a:extLst>
              <a:ext uri="{FF2B5EF4-FFF2-40B4-BE49-F238E27FC236}">
                <a16:creationId xmlns:a16="http://schemas.microsoft.com/office/drawing/2014/main" id="{3AB630ED-369C-732A-5C01-1CE9FFD501AD}"/>
              </a:ext>
            </a:extLst>
          </p:cNvPr>
          <p:cNvSpPr txBox="1"/>
          <p:nvPr/>
        </p:nvSpPr>
        <p:spPr>
          <a:xfrm>
            <a:off x="34409928" y="6734282"/>
            <a:ext cx="8796896" cy="7846082"/>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dirty="0">
                <a:solidFill>
                  <a:schemeClr val="dk1"/>
                </a:solidFill>
                <a:highlight>
                  <a:srgbClr val="FFFFFF"/>
                </a:highlight>
                <a:latin typeface="+mj-lt"/>
              </a:rPr>
              <a:t>This system was able to recover Hue with an R</a:t>
            </a:r>
            <a:r>
              <a:rPr lang="en-US" sz="3400" baseline="30000" dirty="0">
                <a:solidFill>
                  <a:schemeClr val="dk1"/>
                </a:solidFill>
                <a:highlight>
                  <a:srgbClr val="FFFFFF"/>
                </a:highlight>
                <a:latin typeface="+mj-lt"/>
              </a:rPr>
              <a:t>2</a:t>
            </a:r>
            <a:r>
              <a:rPr lang="en-US" sz="3400" dirty="0">
                <a:solidFill>
                  <a:schemeClr val="dk1"/>
                </a:solidFill>
                <a:highlight>
                  <a:srgbClr val="FFFFFF"/>
                </a:highlight>
                <a:latin typeface="+mj-lt"/>
              </a:rPr>
              <a:t> of 0.961 and Saturation with an R</a:t>
            </a:r>
            <a:r>
              <a:rPr lang="en-US" sz="3400" baseline="30000" dirty="0">
                <a:solidFill>
                  <a:schemeClr val="dk1"/>
                </a:solidFill>
                <a:highlight>
                  <a:srgbClr val="FFFFFF"/>
                </a:highlight>
                <a:latin typeface="+mj-lt"/>
              </a:rPr>
              <a:t>2</a:t>
            </a:r>
            <a:r>
              <a:rPr lang="en-US" sz="3400" dirty="0">
                <a:solidFill>
                  <a:schemeClr val="dk1"/>
                </a:solidFill>
                <a:highlight>
                  <a:srgbClr val="FFFFFF"/>
                </a:highlight>
                <a:latin typeface="+mj-lt"/>
              </a:rPr>
              <a:t> of  0.954, effectively resolving the channel interference issue.</a:t>
            </a:r>
          </a:p>
          <a:p>
            <a:pPr>
              <a:lnSpc>
                <a:spcPct val="114000"/>
              </a:lnSpc>
            </a:pPr>
            <a:endParaRPr lang="en-US" sz="3400" dirty="0">
              <a:solidFill>
                <a:schemeClr val="dk1"/>
              </a:solidFill>
              <a:highlight>
                <a:srgbClr val="FFFFFF"/>
              </a:highlight>
              <a:latin typeface="+mj-lt"/>
            </a:endParaRPr>
          </a:p>
          <a:p>
            <a:pPr>
              <a:lnSpc>
                <a:spcPct val="114000"/>
              </a:lnSpc>
            </a:pPr>
            <a:r>
              <a:rPr lang="en-US" sz="3400" dirty="0">
                <a:solidFill>
                  <a:schemeClr val="dk1"/>
                </a:solidFill>
                <a:highlight>
                  <a:srgbClr val="FFFFFF"/>
                </a:highlight>
                <a:latin typeface="+mj-lt"/>
              </a:rPr>
              <a:t>This system also enables continuous robot sampling at a rate of 10Hz, 70x faster than the old test bed, enabling continuous robot sampling and continuous robot motion.</a:t>
            </a:r>
          </a:p>
          <a:p>
            <a:pPr>
              <a:lnSpc>
                <a:spcPct val="114000"/>
              </a:lnSpc>
            </a:pPr>
            <a:endParaRPr lang="en-US" sz="3400" dirty="0">
              <a:solidFill>
                <a:schemeClr val="dk1"/>
              </a:solidFill>
              <a:highlight>
                <a:srgbClr val="FFFFFF"/>
              </a:highlight>
              <a:latin typeface="+mj-lt"/>
            </a:endParaRPr>
          </a:p>
          <a:p>
            <a:pPr>
              <a:lnSpc>
                <a:spcPct val="114000"/>
              </a:lnSpc>
            </a:pPr>
            <a:r>
              <a:rPr lang="en-US" sz="3400" dirty="0">
                <a:solidFill>
                  <a:schemeClr val="dk1"/>
                </a:solidFill>
                <a:highlight>
                  <a:srgbClr val="FFFFFF"/>
                </a:highlight>
                <a:latin typeface="+mj-lt"/>
              </a:rPr>
              <a:t>This system also  bridges the </a:t>
            </a:r>
            <a:r>
              <a:rPr lang="en-US" sz="3400" b="1" dirty="0">
                <a:solidFill>
                  <a:schemeClr val="dk1"/>
                </a:solidFill>
                <a:highlight>
                  <a:srgbClr val="FFFFFF"/>
                </a:highlight>
                <a:latin typeface="+mj-lt"/>
              </a:rPr>
              <a:t>Sim2Real </a:t>
            </a:r>
            <a:r>
              <a:rPr lang="en-US" sz="3400" dirty="0">
                <a:solidFill>
                  <a:schemeClr val="dk1"/>
                </a:solidFill>
                <a:highlight>
                  <a:srgbClr val="FFFFFF"/>
                </a:highlight>
                <a:latin typeface="+mj-lt"/>
              </a:rPr>
              <a:t>gap allowing for real world verification of work that was limited to theory and simulation.</a:t>
            </a:r>
            <a:endParaRPr lang="en-US" sz="3400" b="1" dirty="0">
              <a:solidFill>
                <a:schemeClr val="dk1"/>
              </a:solidFill>
              <a:highlight>
                <a:srgbClr val="FFFFFF"/>
              </a:highlight>
              <a:latin typeface="+mj-lt"/>
            </a:endParaRPr>
          </a:p>
        </p:txBody>
      </p:sp>
      <p:pic>
        <p:nvPicPr>
          <p:cNvPr id="1046" name="Picture 22">
            <a:extLst>
              <a:ext uri="{FF2B5EF4-FFF2-40B4-BE49-F238E27FC236}">
                <a16:creationId xmlns:a16="http://schemas.microsoft.com/office/drawing/2014/main" id="{A99DCE4F-4985-8CD5-9F1C-2534A33616D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88464" y="20550992"/>
            <a:ext cx="4496030" cy="4519569"/>
          </a:xfrm>
          <a:prstGeom prst="rect">
            <a:avLst/>
          </a:prstGeom>
          <a:noFill/>
          <a:extLst>
            <a:ext uri="{909E8E84-426E-40DD-AFC4-6F175D3DCCD1}">
              <a14:hiddenFill xmlns:a14="http://schemas.microsoft.com/office/drawing/2010/main">
                <a:solidFill>
                  <a:srgbClr val="FFFFFF"/>
                </a:solidFill>
              </a14:hiddenFill>
            </a:ext>
          </a:extLst>
        </p:spPr>
      </p:pic>
      <p:sp>
        <p:nvSpPr>
          <p:cNvPr id="68" name="Google Shape;118;p1">
            <a:extLst>
              <a:ext uri="{FF2B5EF4-FFF2-40B4-BE49-F238E27FC236}">
                <a16:creationId xmlns:a16="http://schemas.microsoft.com/office/drawing/2014/main" id="{44DC4461-33AB-3002-F6C9-664C77BD873C}"/>
              </a:ext>
            </a:extLst>
          </p:cNvPr>
          <p:cNvSpPr txBox="1"/>
          <p:nvPr/>
        </p:nvSpPr>
        <p:spPr>
          <a:xfrm>
            <a:off x="10695855" y="11298364"/>
            <a:ext cx="10956079" cy="954077"/>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3. Control layers including Cluster Space Controller for closed form Jacobians and Jacobian Inverse, guaranteeing stability.</a:t>
            </a:r>
          </a:p>
        </p:txBody>
      </p:sp>
      <p:sp>
        <p:nvSpPr>
          <p:cNvPr id="69" name="Google Shape;118;p1">
            <a:extLst>
              <a:ext uri="{FF2B5EF4-FFF2-40B4-BE49-F238E27FC236}">
                <a16:creationId xmlns:a16="http://schemas.microsoft.com/office/drawing/2014/main" id="{105C6D13-75DD-9DD5-C28E-DD64AC054291}"/>
              </a:ext>
            </a:extLst>
          </p:cNvPr>
          <p:cNvSpPr txBox="1"/>
          <p:nvPr/>
        </p:nvSpPr>
        <p:spPr>
          <a:xfrm>
            <a:off x="22476915" y="11856912"/>
            <a:ext cx="10292413" cy="954077"/>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5. Plots of Predicted vs Actual for Hue and Saturation. Individually tuned robots perform even better.</a:t>
            </a:r>
            <a:endParaRPr sz="2500" b="1" dirty="0">
              <a:solidFill>
                <a:schemeClr val="dk1"/>
              </a:solidFill>
              <a:highlight>
                <a:srgbClr val="FFFFFF"/>
              </a:highlight>
              <a:latin typeface="+mj-lt"/>
              <a:sym typeface="Times New Roman"/>
            </a:endParaRPr>
          </a:p>
        </p:txBody>
      </p:sp>
      <p:sp>
        <p:nvSpPr>
          <p:cNvPr id="72" name="Google Shape;110;p1">
            <a:extLst>
              <a:ext uri="{FF2B5EF4-FFF2-40B4-BE49-F238E27FC236}">
                <a16:creationId xmlns:a16="http://schemas.microsoft.com/office/drawing/2014/main" id="{254DCADC-495C-19B6-46C3-920C6DF729EB}"/>
              </a:ext>
            </a:extLst>
          </p:cNvPr>
          <p:cNvSpPr txBox="1"/>
          <p:nvPr/>
        </p:nvSpPr>
        <p:spPr>
          <a:xfrm>
            <a:off x="34370912" y="16845401"/>
            <a:ext cx="8796896" cy="6653191"/>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dirty="0">
                <a:solidFill>
                  <a:schemeClr val="dk1"/>
                </a:solidFill>
                <a:highlight>
                  <a:srgbClr val="FFFFFF"/>
                </a:highlight>
                <a:latin typeface="+mj-lt"/>
              </a:rPr>
              <a:t>Next steps for this research include:</a:t>
            </a:r>
            <a:br>
              <a:rPr lang="en-US" sz="3400" dirty="0">
                <a:solidFill>
                  <a:schemeClr val="dk1"/>
                </a:solidFill>
                <a:highlight>
                  <a:srgbClr val="FFFFFF"/>
                </a:highlight>
                <a:latin typeface="+mj-lt"/>
              </a:rPr>
            </a:br>
            <a:endParaRPr lang="en-US" sz="3400" dirty="0">
              <a:solidFill>
                <a:schemeClr val="dk1"/>
              </a:solidFill>
              <a:highlight>
                <a:srgbClr val="FFFFFF"/>
              </a:highlight>
              <a:latin typeface="+mj-lt"/>
            </a:endParaRPr>
          </a:p>
          <a:p>
            <a:pPr marL="514350" indent="-514350">
              <a:lnSpc>
                <a:spcPct val="114000"/>
              </a:lnSpc>
              <a:buAutoNum type="arabicParenR"/>
            </a:pPr>
            <a:r>
              <a:rPr lang="en-US" sz="3400" dirty="0">
                <a:solidFill>
                  <a:schemeClr val="dk1"/>
                </a:solidFill>
                <a:highlight>
                  <a:srgbClr val="FFFFFF"/>
                </a:highlight>
                <a:latin typeface="+mj-lt"/>
              </a:rPr>
              <a:t>Using the test bed to validate simulations of new control primitives to find features of interest in vector fields, including </a:t>
            </a:r>
            <a:r>
              <a:rPr lang="en-US" sz="3400" b="1" dirty="0">
                <a:solidFill>
                  <a:schemeClr val="dk1"/>
                </a:solidFill>
                <a:highlight>
                  <a:srgbClr val="FFFFFF"/>
                </a:highlight>
                <a:latin typeface="+mj-lt"/>
              </a:rPr>
              <a:t>stagnation points </a:t>
            </a:r>
            <a:r>
              <a:rPr lang="en-US" sz="3400" dirty="0">
                <a:solidFill>
                  <a:schemeClr val="dk1"/>
                </a:solidFill>
                <a:highlight>
                  <a:srgbClr val="FFFFFF"/>
                </a:highlight>
                <a:latin typeface="+mj-lt"/>
              </a:rPr>
              <a:t>and </a:t>
            </a:r>
            <a:r>
              <a:rPr lang="en-US" sz="3400" b="1" dirty="0">
                <a:solidFill>
                  <a:schemeClr val="dk1"/>
                </a:solidFill>
                <a:highlight>
                  <a:srgbClr val="FFFFFF"/>
                </a:highlight>
                <a:latin typeface="+mj-lt"/>
              </a:rPr>
              <a:t>separatrices</a:t>
            </a:r>
          </a:p>
          <a:p>
            <a:pPr marL="514350" indent="-514350">
              <a:lnSpc>
                <a:spcPct val="114000"/>
              </a:lnSpc>
              <a:buAutoNum type="arabicParenR"/>
            </a:pPr>
            <a:endParaRPr lang="en-US" sz="3400" dirty="0">
              <a:solidFill>
                <a:schemeClr val="dk1"/>
              </a:solidFill>
              <a:highlight>
                <a:srgbClr val="FFFFFF"/>
              </a:highlight>
              <a:latin typeface="+mj-lt"/>
            </a:endParaRPr>
          </a:p>
          <a:p>
            <a:pPr marL="514350" indent="-514350">
              <a:lnSpc>
                <a:spcPct val="114000"/>
              </a:lnSpc>
              <a:buAutoNum type="arabicParenR"/>
            </a:pPr>
            <a:r>
              <a:rPr lang="en-US" sz="3400" dirty="0">
                <a:solidFill>
                  <a:schemeClr val="dk1"/>
                </a:solidFill>
                <a:highlight>
                  <a:srgbClr val="FFFFFF"/>
                </a:highlight>
                <a:latin typeface="+mj-lt"/>
              </a:rPr>
              <a:t>Using the system’s ability to reproduce direction and magnitude of vectors to test the real-world </a:t>
            </a:r>
            <a:r>
              <a:rPr lang="en-US" sz="3400" b="1" dirty="0">
                <a:solidFill>
                  <a:schemeClr val="dk1"/>
                </a:solidFill>
                <a:highlight>
                  <a:srgbClr val="FFFFFF"/>
                </a:highlight>
                <a:latin typeface="+mj-lt"/>
              </a:rPr>
              <a:t>dynamics</a:t>
            </a:r>
            <a:r>
              <a:rPr lang="en-US" sz="3400" dirty="0">
                <a:solidFill>
                  <a:schemeClr val="dk1"/>
                </a:solidFill>
                <a:highlight>
                  <a:srgbClr val="FFFFFF"/>
                </a:highlight>
                <a:latin typeface="+mj-lt"/>
              </a:rPr>
              <a:t> of MRS systems, and more advanced controllers.</a:t>
            </a:r>
          </a:p>
        </p:txBody>
      </p:sp>
      <p:sp>
        <p:nvSpPr>
          <p:cNvPr id="73" name="Google Shape;110;p1">
            <a:extLst>
              <a:ext uri="{FF2B5EF4-FFF2-40B4-BE49-F238E27FC236}">
                <a16:creationId xmlns:a16="http://schemas.microsoft.com/office/drawing/2014/main" id="{2E97B962-C883-16CF-5D2A-541455BCCF4B}"/>
              </a:ext>
            </a:extLst>
          </p:cNvPr>
          <p:cNvSpPr txBox="1"/>
          <p:nvPr/>
        </p:nvSpPr>
        <p:spPr>
          <a:xfrm>
            <a:off x="34378738" y="25649947"/>
            <a:ext cx="8796896" cy="6056746"/>
          </a:xfrm>
          <a:prstGeom prst="rect">
            <a:avLst/>
          </a:prstGeom>
          <a:noFill/>
          <a:ln w="9525" cap="flat" cmpd="sng">
            <a:solidFill>
              <a:schemeClr val="lt1"/>
            </a:solidFill>
            <a:prstDash val="solid"/>
            <a:round/>
            <a:headEnd type="none" w="sm" len="sm"/>
            <a:tailEnd type="none" w="sm" len="sm"/>
          </a:ln>
        </p:spPr>
        <p:txBody>
          <a:bodyPr spcFirstLastPara="1" wrap="square" lIns="91425" tIns="45700" rIns="91425" bIns="45700" anchor="t" anchorCtr="0">
            <a:spAutoFit/>
          </a:bodyPr>
          <a:lstStyle/>
          <a:p>
            <a:pPr>
              <a:lnSpc>
                <a:spcPct val="114000"/>
              </a:lnSpc>
            </a:pPr>
            <a:r>
              <a:rPr lang="en-US" sz="3400" dirty="0">
                <a:solidFill>
                  <a:schemeClr val="dk1"/>
                </a:solidFill>
                <a:highlight>
                  <a:srgbClr val="FFFFFF"/>
                </a:highlight>
                <a:latin typeface="+mj-lt"/>
              </a:rPr>
              <a:t>This project was successful in achieving its objectives, overcoming the limitations of previous test beds. It resolves  the channel coupling issue, to represent all directions at a wide range of magnitudes. </a:t>
            </a:r>
          </a:p>
          <a:p>
            <a:pPr>
              <a:lnSpc>
                <a:spcPct val="114000"/>
              </a:lnSpc>
            </a:pPr>
            <a:endParaRPr lang="en-US" sz="3400" dirty="0">
              <a:solidFill>
                <a:schemeClr val="dk1"/>
              </a:solidFill>
              <a:highlight>
                <a:srgbClr val="FFFFFF"/>
              </a:highlight>
              <a:latin typeface="+mj-lt"/>
            </a:endParaRPr>
          </a:p>
          <a:p>
            <a:pPr>
              <a:lnSpc>
                <a:spcPct val="114000"/>
              </a:lnSpc>
            </a:pPr>
            <a:r>
              <a:rPr lang="en-US" sz="3400" dirty="0">
                <a:solidFill>
                  <a:schemeClr val="dk1"/>
                </a:solidFill>
                <a:highlight>
                  <a:srgbClr val="FFFFFF"/>
                </a:highlight>
                <a:latin typeface="+mj-lt"/>
              </a:rPr>
              <a:t>This test bed was also used for experimental verification of continuous multirobot performance results from previous studies that were only performed in simulation. </a:t>
            </a:r>
          </a:p>
        </p:txBody>
      </p:sp>
      <p:pic>
        <p:nvPicPr>
          <p:cNvPr id="75" name="Picture 74">
            <a:extLst>
              <a:ext uri="{FF2B5EF4-FFF2-40B4-BE49-F238E27FC236}">
                <a16:creationId xmlns:a16="http://schemas.microsoft.com/office/drawing/2014/main" id="{11E158F4-0A22-9DA0-16A9-88476FEAB78A}"/>
              </a:ext>
            </a:extLst>
          </p:cNvPr>
          <p:cNvPicPr>
            <a:picLocks noChangeAspect="1"/>
          </p:cNvPicPr>
          <p:nvPr/>
        </p:nvPicPr>
        <p:blipFill>
          <a:blip r:embed="rId8"/>
          <a:stretch>
            <a:fillRect/>
          </a:stretch>
        </p:blipFill>
        <p:spPr>
          <a:xfrm>
            <a:off x="14087598" y="14200425"/>
            <a:ext cx="4112460" cy="3084345"/>
          </a:xfrm>
          <a:prstGeom prst="rect">
            <a:avLst/>
          </a:prstGeom>
        </p:spPr>
      </p:pic>
      <p:pic>
        <p:nvPicPr>
          <p:cNvPr id="4" name="Picture 3">
            <a:extLst>
              <a:ext uri="{FF2B5EF4-FFF2-40B4-BE49-F238E27FC236}">
                <a16:creationId xmlns:a16="http://schemas.microsoft.com/office/drawing/2014/main" id="{A2ED8A1A-6EA2-2A9A-BB8E-DAF29A3E1C76}"/>
              </a:ext>
            </a:extLst>
          </p:cNvPr>
          <p:cNvPicPr>
            <a:picLocks noChangeAspect="1"/>
          </p:cNvPicPr>
          <p:nvPr/>
        </p:nvPicPr>
        <p:blipFill>
          <a:blip r:embed="rId9"/>
          <a:stretch>
            <a:fillRect/>
          </a:stretch>
        </p:blipFill>
        <p:spPr>
          <a:xfrm>
            <a:off x="22932150" y="7735272"/>
            <a:ext cx="4160211" cy="4010372"/>
          </a:xfrm>
          <a:prstGeom prst="rect">
            <a:avLst/>
          </a:prstGeom>
        </p:spPr>
      </p:pic>
      <p:pic>
        <p:nvPicPr>
          <p:cNvPr id="6" name="Picture 5">
            <a:extLst>
              <a:ext uri="{FF2B5EF4-FFF2-40B4-BE49-F238E27FC236}">
                <a16:creationId xmlns:a16="http://schemas.microsoft.com/office/drawing/2014/main" id="{E57A8B5F-A389-5790-6760-0B61D49C2F26}"/>
              </a:ext>
            </a:extLst>
          </p:cNvPr>
          <p:cNvPicPr>
            <a:picLocks noChangeAspect="1"/>
          </p:cNvPicPr>
          <p:nvPr/>
        </p:nvPicPr>
        <p:blipFill>
          <a:blip r:embed="rId10"/>
          <a:stretch>
            <a:fillRect/>
          </a:stretch>
        </p:blipFill>
        <p:spPr>
          <a:xfrm>
            <a:off x="27399803" y="7791997"/>
            <a:ext cx="4546928" cy="4033213"/>
          </a:xfrm>
          <a:prstGeom prst="rect">
            <a:avLst/>
          </a:prstGeom>
        </p:spPr>
      </p:pic>
      <p:sp>
        <p:nvSpPr>
          <p:cNvPr id="7" name="Google Shape;101;p1">
            <a:extLst>
              <a:ext uri="{FF2B5EF4-FFF2-40B4-BE49-F238E27FC236}">
                <a16:creationId xmlns:a16="http://schemas.microsoft.com/office/drawing/2014/main" id="{31C18D32-CD13-03A0-03E7-2DD8B9793709}"/>
              </a:ext>
            </a:extLst>
          </p:cNvPr>
          <p:cNvSpPr txBox="1"/>
          <p:nvPr/>
        </p:nvSpPr>
        <p:spPr>
          <a:xfrm>
            <a:off x="21434096" y="13079329"/>
            <a:ext cx="10740288" cy="830956"/>
          </a:xfrm>
          <a:prstGeom prst="rect">
            <a:avLst/>
          </a:prstGeom>
          <a:noFill/>
          <a:ln>
            <a:noFill/>
          </a:ln>
        </p:spPr>
        <p:txBody>
          <a:bodyPr spcFirstLastPara="1" wrap="square" lIns="91425" tIns="45700" rIns="91425" bIns="45700" anchor="t" anchorCtr="0">
            <a:spAutoFit/>
          </a:bodyPr>
          <a:lstStyle/>
          <a:p>
            <a:pPr marL="1371600" lvl="0" indent="457200" algn="l" rtl="0">
              <a:spcBef>
                <a:spcPts val="0"/>
              </a:spcBef>
              <a:spcAft>
                <a:spcPts val="0"/>
              </a:spcAft>
              <a:buNone/>
            </a:pPr>
            <a:r>
              <a:rPr lang="en-US" sz="4800" b="1" dirty="0">
                <a:solidFill>
                  <a:srgbClr val="0070C0"/>
                </a:solidFill>
                <a:latin typeface="Trebuchet MS"/>
                <a:ea typeface="Trebuchet MS"/>
                <a:cs typeface="Trebuchet MS"/>
                <a:sym typeface="Trebuchet MS"/>
              </a:rPr>
              <a:t>Predictions on Testing Data</a:t>
            </a:r>
            <a:endParaRPr lang="en-US" sz="1800" dirty="0">
              <a:latin typeface="Trebuchet MS"/>
              <a:ea typeface="Trebuchet MS"/>
              <a:cs typeface="Trebuchet MS"/>
              <a:sym typeface="Trebuchet MS"/>
            </a:endParaRPr>
          </a:p>
        </p:txBody>
      </p:sp>
      <p:pic>
        <p:nvPicPr>
          <p:cNvPr id="9" name="Picture 8">
            <a:extLst>
              <a:ext uri="{FF2B5EF4-FFF2-40B4-BE49-F238E27FC236}">
                <a16:creationId xmlns:a16="http://schemas.microsoft.com/office/drawing/2014/main" id="{2D078020-2CC6-E390-8501-25716A8F0A78}"/>
              </a:ext>
            </a:extLst>
          </p:cNvPr>
          <p:cNvPicPr>
            <a:picLocks noChangeAspect="1"/>
          </p:cNvPicPr>
          <p:nvPr/>
        </p:nvPicPr>
        <p:blipFill>
          <a:blip r:embed="rId11"/>
          <a:stretch>
            <a:fillRect/>
          </a:stretch>
        </p:blipFill>
        <p:spPr>
          <a:xfrm>
            <a:off x="22869438" y="13929390"/>
            <a:ext cx="4216681" cy="4343413"/>
          </a:xfrm>
          <a:prstGeom prst="rect">
            <a:avLst/>
          </a:prstGeom>
        </p:spPr>
      </p:pic>
      <p:sp>
        <p:nvSpPr>
          <p:cNvPr id="11" name="Google Shape;118;p1">
            <a:extLst>
              <a:ext uri="{FF2B5EF4-FFF2-40B4-BE49-F238E27FC236}">
                <a16:creationId xmlns:a16="http://schemas.microsoft.com/office/drawing/2014/main" id="{173FFDB5-2303-E041-6312-8682CC0B78F1}"/>
              </a:ext>
            </a:extLst>
          </p:cNvPr>
          <p:cNvSpPr txBox="1"/>
          <p:nvPr/>
        </p:nvSpPr>
        <p:spPr>
          <a:xfrm>
            <a:off x="22467088" y="18341461"/>
            <a:ext cx="10292413" cy="954077"/>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6. Plots of Predicted vs Actual for Hue and Saturation. Testing on unseen data helps detect potential overfitting.</a:t>
            </a:r>
            <a:endParaRPr sz="2500" b="1" dirty="0">
              <a:solidFill>
                <a:schemeClr val="dk1"/>
              </a:solidFill>
              <a:highlight>
                <a:srgbClr val="FFFFFF"/>
              </a:highlight>
              <a:latin typeface="+mj-lt"/>
              <a:sym typeface="Times New Roman"/>
            </a:endParaRPr>
          </a:p>
        </p:txBody>
      </p:sp>
      <p:pic>
        <p:nvPicPr>
          <p:cNvPr id="15" name="Picture 14">
            <a:extLst>
              <a:ext uri="{FF2B5EF4-FFF2-40B4-BE49-F238E27FC236}">
                <a16:creationId xmlns:a16="http://schemas.microsoft.com/office/drawing/2014/main" id="{56EAB69D-663B-D7AC-6BA7-9DCBE8BF5064}"/>
              </a:ext>
            </a:extLst>
          </p:cNvPr>
          <p:cNvPicPr>
            <a:picLocks noChangeAspect="1"/>
          </p:cNvPicPr>
          <p:nvPr/>
        </p:nvPicPr>
        <p:blipFill>
          <a:blip r:embed="rId12"/>
          <a:stretch>
            <a:fillRect/>
          </a:stretch>
        </p:blipFill>
        <p:spPr>
          <a:xfrm>
            <a:off x="27575555" y="13876311"/>
            <a:ext cx="4476696" cy="4317948"/>
          </a:xfrm>
          <a:prstGeom prst="rect">
            <a:avLst/>
          </a:prstGeom>
        </p:spPr>
      </p:pic>
      <p:sp>
        <p:nvSpPr>
          <p:cNvPr id="16" name="Google Shape;118;p1">
            <a:extLst>
              <a:ext uri="{FF2B5EF4-FFF2-40B4-BE49-F238E27FC236}">
                <a16:creationId xmlns:a16="http://schemas.microsoft.com/office/drawing/2014/main" id="{AECB8F97-B81C-E006-9F46-706C19E17843}"/>
              </a:ext>
            </a:extLst>
          </p:cNvPr>
          <p:cNvSpPr txBox="1"/>
          <p:nvPr/>
        </p:nvSpPr>
        <p:spPr>
          <a:xfrm>
            <a:off x="22492839" y="25073567"/>
            <a:ext cx="10292413" cy="954077"/>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7. Positions of three robots and the cluster </a:t>
            </a:r>
            <a:r>
              <a:rPr lang="en-US" sz="2500" b="1" dirty="0" err="1">
                <a:solidFill>
                  <a:schemeClr val="dk1"/>
                </a:solidFill>
                <a:highlight>
                  <a:srgbClr val="FFFFFF"/>
                </a:highlight>
                <a:latin typeface="+mj-lt"/>
                <a:sym typeface="Times New Roman"/>
              </a:rPr>
              <a:t>centre</a:t>
            </a:r>
            <a:r>
              <a:rPr lang="en-US" sz="2500" b="1" dirty="0">
                <a:solidFill>
                  <a:schemeClr val="dk1"/>
                </a:solidFill>
                <a:highlight>
                  <a:srgbClr val="FFFFFF"/>
                </a:highlight>
                <a:latin typeface="+mj-lt"/>
                <a:sym typeface="Times New Roman"/>
              </a:rPr>
              <a:t> as they follow the sensed vectors of the sinking vortex.</a:t>
            </a:r>
            <a:endParaRPr sz="2500" b="1" dirty="0">
              <a:solidFill>
                <a:schemeClr val="dk1"/>
              </a:solidFill>
              <a:highlight>
                <a:srgbClr val="FFFFFF"/>
              </a:highlight>
              <a:latin typeface="+mj-lt"/>
              <a:sym typeface="Times New Roman"/>
            </a:endParaRPr>
          </a:p>
        </p:txBody>
      </p:sp>
      <p:pic>
        <p:nvPicPr>
          <p:cNvPr id="17" name="Picture 2">
            <a:extLst>
              <a:ext uri="{FF2B5EF4-FFF2-40B4-BE49-F238E27FC236}">
                <a16:creationId xmlns:a16="http://schemas.microsoft.com/office/drawing/2014/main" id="{A4C3822F-05FA-3872-4E4C-E4E07638D98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086119" y="20439636"/>
            <a:ext cx="5449729" cy="486545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396344A2-6D9F-FA51-7AF4-C0526FCFCD3F}"/>
              </a:ext>
            </a:extLst>
          </p:cNvPr>
          <p:cNvPicPr>
            <a:picLocks noChangeAspect="1"/>
          </p:cNvPicPr>
          <p:nvPr/>
        </p:nvPicPr>
        <p:blipFill>
          <a:blip r:embed="rId14"/>
          <a:stretch>
            <a:fillRect/>
          </a:stretch>
        </p:blipFill>
        <p:spPr>
          <a:xfrm>
            <a:off x="22859861" y="26791745"/>
            <a:ext cx="4541453" cy="4560972"/>
          </a:xfrm>
          <a:prstGeom prst="rect">
            <a:avLst/>
          </a:prstGeom>
        </p:spPr>
      </p:pic>
      <p:pic>
        <p:nvPicPr>
          <p:cNvPr id="1032" name="Picture 8">
            <a:extLst>
              <a:ext uri="{FF2B5EF4-FFF2-40B4-BE49-F238E27FC236}">
                <a16:creationId xmlns:a16="http://schemas.microsoft.com/office/drawing/2014/main" id="{B9B64A54-AA42-5710-602C-35F2A21F0B2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086119" y="26936615"/>
            <a:ext cx="6054443" cy="4662380"/>
          </a:xfrm>
          <a:prstGeom prst="rect">
            <a:avLst/>
          </a:prstGeom>
          <a:noFill/>
          <a:extLst>
            <a:ext uri="{909E8E84-426E-40DD-AFC4-6F175D3DCCD1}">
              <a14:hiddenFill xmlns:a14="http://schemas.microsoft.com/office/drawing/2010/main">
                <a:solidFill>
                  <a:srgbClr val="FFFFFF"/>
                </a:solidFill>
              </a14:hiddenFill>
            </a:ext>
          </a:extLst>
        </p:spPr>
      </p:pic>
      <p:sp>
        <p:nvSpPr>
          <p:cNvPr id="20" name="Google Shape;118;p1">
            <a:extLst>
              <a:ext uri="{FF2B5EF4-FFF2-40B4-BE49-F238E27FC236}">
                <a16:creationId xmlns:a16="http://schemas.microsoft.com/office/drawing/2014/main" id="{0984B56A-E848-7D41-B0B6-12372A74185E}"/>
              </a:ext>
            </a:extLst>
          </p:cNvPr>
          <p:cNvSpPr txBox="1"/>
          <p:nvPr/>
        </p:nvSpPr>
        <p:spPr>
          <a:xfrm>
            <a:off x="22387345" y="31598995"/>
            <a:ext cx="10292413" cy="954077"/>
          </a:xfrm>
          <a:prstGeom prst="rect">
            <a:avLst/>
          </a:prstGeom>
          <a:noFill/>
          <a:ln>
            <a:noFill/>
          </a:ln>
        </p:spPr>
        <p:txBody>
          <a:bodyPr spcFirstLastPara="1" wrap="square" lIns="91425" tIns="91425" rIns="91425" bIns="91425" anchor="t" anchorCtr="0">
            <a:spAutoFit/>
          </a:bodyPr>
          <a:lstStyle/>
          <a:p>
            <a:pPr marL="457200" lvl="0" indent="0" algn="l" rtl="0">
              <a:spcBef>
                <a:spcPts val="0"/>
              </a:spcBef>
              <a:spcAft>
                <a:spcPts val="0"/>
              </a:spcAft>
              <a:buNone/>
            </a:pPr>
            <a:r>
              <a:rPr lang="en-US" sz="2500" b="1" dirty="0">
                <a:solidFill>
                  <a:schemeClr val="dk1"/>
                </a:solidFill>
                <a:highlight>
                  <a:srgbClr val="FFFFFF"/>
                </a:highlight>
                <a:latin typeface="+mj-lt"/>
                <a:sym typeface="Times New Roman"/>
              </a:rPr>
              <a:t>Fig 8. Positions of three robots and the cluster </a:t>
            </a:r>
            <a:r>
              <a:rPr lang="en-US" sz="2500" b="1" dirty="0" err="1">
                <a:solidFill>
                  <a:schemeClr val="dk1"/>
                </a:solidFill>
                <a:highlight>
                  <a:srgbClr val="FFFFFF"/>
                </a:highlight>
                <a:latin typeface="+mj-lt"/>
                <a:sym typeface="Times New Roman"/>
              </a:rPr>
              <a:t>centre</a:t>
            </a:r>
            <a:r>
              <a:rPr lang="en-US" sz="2500" b="1" dirty="0">
                <a:solidFill>
                  <a:schemeClr val="dk1"/>
                </a:solidFill>
                <a:highlight>
                  <a:srgbClr val="FFFFFF"/>
                </a:highlight>
                <a:latin typeface="+mj-lt"/>
                <a:sym typeface="Times New Roman"/>
              </a:rPr>
              <a:t> as they find the </a:t>
            </a:r>
            <a:r>
              <a:rPr lang="en-US" sz="2500" b="1" dirty="0" err="1">
                <a:solidFill>
                  <a:schemeClr val="dk1"/>
                </a:solidFill>
                <a:highlight>
                  <a:srgbClr val="FFFFFF"/>
                </a:highlight>
                <a:latin typeface="+mj-lt"/>
                <a:sym typeface="Times New Roman"/>
              </a:rPr>
              <a:t>centre</a:t>
            </a:r>
            <a:r>
              <a:rPr lang="en-US" sz="2500" b="1" dirty="0">
                <a:solidFill>
                  <a:schemeClr val="dk1"/>
                </a:solidFill>
                <a:highlight>
                  <a:srgbClr val="FFFFFF"/>
                </a:highlight>
                <a:latin typeface="+mj-lt"/>
                <a:sym typeface="Times New Roman"/>
              </a:rPr>
              <a:t> of the sinking vortex.</a:t>
            </a:r>
            <a:endParaRPr sz="2500" b="1" dirty="0">
              <a:solidFill>
                <a:schemeClr val="dk1"/>
              </a:solidFill>
              <a:highlight>
                <a:srgbClr val="FFFFFF"/>
              </a:highlight>
              <a:latin typeface="+mj-lt"/>
              <a:sym typeface="Times New Roman"/>
            </a:endParaRPr>
          </a:p>
        </p:txBody>
      </p:sp>
      <p:pic>
        <p:nvPicPr>
          <p:cNvPr id="22" name="Picture 21">
            <a:extLst>
              <a:ext uri="{FF2B5EF4-FFF2-40B4-BE49-F238E27FC236}">
                <a16:creationId xmlns:a16="http://schemas.microsoft.com/office/drawing/2014/main" id="{1B2EA150-F16E-51BE-6BC7-0BFD3DE91762}"/>
              </a:ext>
            </a:extLst>
          </p:cNvPr>
          <p:cNvPicPr>
            <a:picLocks noChangeAspect="1"/>
          </p:cNvPicPr>
          <p:nvPr/>
        </p:nvPicPr>
        <p:blipFill>
          <a:blip r:embed="rId16"/>
          <a:srcRect r="62449"/>
          <a:stretch/>
        </p:blipFill>
        <p:spPr>
          <a:xfrm>
            <a:off x="40339149" y="1075234"/>
            <a:ext cx="2209800" cy="2517372"/>
          </a:xfrm>
          <a:prstGeom prst="rect">
            <a:avLst/>
          </a:prstGeom>
        </p:spPr>
      </p:pic>
      <p:pic>
        <p:nvPicPr>
          <p:cNvPr id="2" name="Picture 1">
            <a:extLst>
              <a:ext uri="{FF2B5EF4-FFF2-40B4-BE49-F238E27FC236}">
                <a16:creationId xmlns:a16="http://schemas.microsoft.com/office/drawing/2014/main" id="{0A1C0E5D-B20F-C0A6-8364-DF9DD6531A67}"/>
              </a:ext>
            </a:extLst>
          </p:cNvPr>
          <p:cNvPicPr>
            <a:picLocks noChangeAspect="1"/>
          </p:cNvPicPr>
          <p:nvPr/>
        </p:nvPicPr>
        <p:blipFill>
          <a:blip r:embed="rId17"/>
          <a:stretch>
            <a:fillRect/>
          </a:stretch>
        </p:blipFill>
        <p:spPr>
          <a:xfrm>
            <a:off x="10686036" y="7628515"/>
            <a:ext cx="10762761" cy="3347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13094</TotalTime>
  <Words>646</Words>
  <Application>Microsoft Macintosh PowerPoint</Application>
  <PresentationFormat>Custom</PresentationFormat>
  <Paragraphs>50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Times New Roman</vt:lpstr>
      <vt:lpstr>Trebuchet MS</vt:lpstr>
      <vt:lpstr>Office Theme</vt:lpstr>
      <vt:lpstr>A Functional Indoor Testbed for 2D Vector Field Multirobot Adaptive Navigation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Multi-robot Collaboration &amp; Multiple Drive Motion Control of an Autonomous Agricultural Rover</dc:title>
  <dc:creator>Christopher Waight</dc:creator>
  <cp:lastModifiedBy>Christopher Waight</cp:lastModifiedBy>
  <cp:revision>20</cp:revision>
  <cp:lastPrinted>2025-02-21T06:46:09Z</cp:lastPrinted>
  <dcterms:created xsi:type="dcterms:W3CDTF">2016-09-13T20:48:54Z</dcterms:created>
  <dcterms:modified xsi:type="dcterms:W3CDTF">2025-02-28T18:15:41Z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M SIP Document Sensitivity">
    <vt:lpwstr/>
  </property>
  <property fmtid="{D5CDD505-2E9C-101B-9397-08002B2CF9AE}" pid="3" name="Document Author">
    <vt:lpwstr>ACCT01\rlee15</vt:lpwstr>
  </property>
  <property fmtid="{D5CDD505-2E9C-101B-9397-08002B2CF9AE}" pid="4" name="Document Sensitivity">
    <vt:lpwstr>1</vt:lpwstr>
  </property>
  <property fmtid="{D5CDD505-2E9C-101B-9397-08002B2CF9AE}" pid="5" name="ThirdParty">
    <vt:lpwstr/>
  </property>
  <property fmtid="{D5CDD505-2E9C-101B-9397-08002B2CF9AE}" pid="6" name="OCI Restriction">
    <vt:bool>false</vt:bool>
  </property>
  <property fmtid="{D5CDD505-2E9C-101B-9397-08002B2CF9AE}" pid="7" name="OCI Additional Info">
    <vt:lpwstr/>
  </property>
  <property fmtid="{D5CDD505-2E9C-101B-9397-08002B2CF9AE}" pid="8" name="Allow Header Overwrite">
    <vt:bool>false</vt:bool>
  </property>
  <property fmtid="{D5CDD505-2E9C-101B-9397-08002B2CF9AE}" pid="9" name="Allow Footer Overwrite">
    <vt:bool>false</vt:bool>
  </property>
  <property fmtid="{D5CDD505-2E9C-101B-9397-08002B2CF9AE}" pid="10" name="Multiple Selected">
    <vt:lpwstr>-1</vt:lpwstr>
  </property>
  <property fmtid="{D5CDD505-2E9C-101B-9397-08002B2CF9AE}" pid="11" name="SIPLongWording">
    <vt:lpwstr/>
  </property>
  <property fmtid="{D5CDD505-2E9C-101B-9397-08002B2CF9AE}" pid="12" name="checkedProgramsCount">
    <vt:i4>0</vt:i4>
  </property>
  <property fmtid="{D5CDD505-2E9C-101B-9397-08002B2CF9AE}" pid="13" name="ExpCountry">
    <vt:lpwstr/>
  </property>
</Properties>
</file>