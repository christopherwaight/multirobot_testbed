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43891200" cy="32918400"/>
  <p:notesSz cx="7315200" cy="9601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 roundtripDataSignature="AMtx7mheCj3ki3+3HWoq2YcrRYcFyg4JF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820"/>
  </p:normalViewPr>
  <p:slideViewPr>
    <p:cSldViewPr snapToGrid="0">
      <p:cViewPr>
        <p:scale>
          <a:sx n="20" d="100"/>
          <a:sy n="20" d="100"/>
        </p:scale>
        <p:origin x="2152" y="728"/>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notesMaster" Target="notesMasters/notesMaster1.xml"/><Relationship Id="rId7" Type="http://customschemas.google.com/relationships/presentationmetadata" Target="metadata"/><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tableStyles" Target="tableStyles.xml"/><Relationship Id="rId10" Type="http://schemas.openxmlformats.org/officeDocument/2006/relationships/theme" Target="theme/theme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169920" cy="481727"/>
          </a:xfrm>
          <a:prstGeom prst="rect">
            <a:avLst/>
          </a:prstGeom>
          <a:noFill/>
          <a:ln>
            <a:noFill/>
          </a:ln>
        </p:spPr>
        <p:txBody>
          <a:bodyPr spcFirstLastPara="1" wrap="square" lIns="96650" tIns="48325" rIns="96650" bIns="48325" anchor="t"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143587" y="0"/>
            <a:ext cx="3169920" cy="481727"/>
          </a:xfrm>
          <a:prstGeom prst="rect">
            <a:avLst/>
          </a:prstGeom>
          <a:noFill/>
          <a:ln>
            <a:noFill/>
          </a:ln>
        </p:spPr>
        <p:txBody>
          <a:bodyPr spcFirstLastPara="1" wrap="square" lIns="96650" tIns="48325" rIns="96650" bIns="48325" anchor="t" anchorCtr="0">
            <a:noAutofit/>
          </a:bodyPr>
          <a:lstStyle>
            <a:lvl1pPr marR="0" lvl="0" algn="r"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497013" y="1200150"/>
            <a:ext cx="4321175"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119474"/>
            <a:ext cx="3169920" cy="481726"/>
          </a:xfrm>
          <a:prstGeom prst="rect">
            <a:avLst/>
          </a:prstGeom>
          <a:noFill/>
          <a:ln>
            <a:noFill/>
          </a:ln>
        </p:spPr>
        <p:txBody>
          <a:bodyPr spcFirstLastPara="1" wrap="square" lIns="96650" tIns="48325" rIns="96650" bIns="48325" anchor="b"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143587" y="9119474"/>
            <a:ext cx="3169920"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b="0" i="0" u="none" strike="noStrike" cap="none">
                <a:solidFill>
                  <a:schemeClr val="dk1"/>
                </a:solidFill>
                <a:latin typeface="Calibri"/>
                <a:ea typeface="Calibri"/>
                <a:cs typeface="Calibri"/>
                <a:sym typeface="Calibri"/>
              </a:rPr>
              <a:t>‹#›</a:t>
            </a:fld>
            <a:endParaRPr sz="13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1497013" y="1200150"/>
            <a:ext cx="4321175"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3291840" y="5387342"/>
            <a:ext cx="37307520" cy="1146048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28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5486400" y="17289782"/>
            <a:ext cx="32918400" cy="7947658"/>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4800"/>
              </a:spcBef>
              <a:spcAft>
                <a:spcPts val="0"/>
              </a:spcAft>
              <a:buClr>
                <a:schemeClr val="dk1"/>
              </a:buClr>
              <a:buSzPts val="11520"/>
              <a:buNone/>
              <a:defRPr sz="11520"/>
            </a:lvl1pPr>
            <a:lvl2pPr lvl="1" algn="ctr">
              <a:lnSpc>
                <a:spcPct val="90000"/>
              </a:lnSpc>
              <a:spcBef>
                <a:spcPts val="2400"/>
              </a:spcBef>
              <a:spcAft>
                <a:spcPts val="0"/>
              </a:spcAft>
              <a:buClr>
                <a:schemeClr val="dk1"/>
              </a:buClr>
              <a:buSzPts val="9600"/>
              <a:buNone/>
              <a:defRPr sz="9600"/>
            </a:lvl2pPr>
            <a:lvl3pPr lvl="2" algn="ctr">
              <a:lnSpc>
                <a:spcPct val="90000"/>
              </a:lnSpc>
              <a:spcBef>
                <a:spcPts val="2400"/>
              </a:spcBef>
              <a:spcAft>
                <a:spcPts val="0"/>
              </a:spcAft>
              <a:buClr>
                <a:schemeClr val="dk1"/>
              </a:buClr>
              <a:buSzPts val="8640"/>
              <a:buNone/>
              <a:defRPr sz="8640"/>
            </a:lvl3pPr>
            <a:lvl4pPr lvl="3" algn="ctr">
              <a:lnSpc>
                <a:spcPct val="90000"/>
              </a:lnSpc>
              <a:spcBef>
                <a:spcPts val="2400"/>
              </a:spcBef>
              <a:spcAft>
                <a:spcPts val="0"/>
              </a:spcAft>
              <a:buClr>
                <a:schemeClr val="dk1"/>
              </a:buClr>
              <a:buSzPts val="7680"/>
              <a:buNone/>
              <a:defRPr sz="7680"/>
            </a:lvl4pPr>
            <a:lvl5pPr lvl="4" algn="ctr">
              <a:lnSpc>
                <a:spcPct val="90000"/>
              </a:lnSpc>
              <a:spcBef>
                <a:spcPts val="2400"/>
              </a:spcBef>
              <a:spcAft>
                <a:spcPts val="0"/>
              </a:spcAft>
              <a:buClr>
                <a:schemeClr val="dk1"/>
              </a:buClr>
              <a:buSzPts val="7680"/>
              <a:buNone/>
              <a:defRPr sz="7680"/>
            </a:lvl5pPr>
            <a:lvl6pPr lvl="5" algn="ctr">
              <a:lnSpc>
                <a:spcPct val="90000"/>
              </a:lnSpc>
              <a:spcBef>
                <a:spcPts val="2400"/>
              </a:spcBef>
              <a:spcAft>
                <a:spcPts val="0"/>
              </a:spcAft>
              <a:buClr>
                <a:schemeClr val="dk1"/>
              </a:buClr>
              <a:buSzPts val="7680"/>
              <a:buNone/>
              <a:defRPr sz="7680"/>
            </a:lvl6pPr>
            <a:lvl7pPr lvl="6" algn="ctr">
              <a:lnSpc>
                <a:spcPct val="90000"/>
              </a:lnSpc>
              <a:spcBef>
                <a:spcPts val="2400"/>
              </a:spcBef>
              <a:spcAft>
                <a:spcPts val="0"/>
              </a:spcAft>
              <a:buClr>
                <a:schemeClr val="dk1"/>
              </a:buClr>
              <a:buSzPts val="7680"/>
              <a:buNone/>
              <a:defRPr sz="7680"/>
            </a:lvl7pPr>
            <a:lvl8pPr lvl="7" algn="ctr">
              <a:lnSpc>
                <a:spcPct val="90000"/>
              </a:lnSpc>
              <a:spcBef>
                <a:spcPts val="2400"/>
              </a:spcBef>
              <a:spcAft>
                <a:spcPts val="0"/>
              </a:spcAft>
              <a:buClr>
                <a:schemeClr val="dk1"/>
              </a:buClr>
              <a:buSzPts val="7680"/>
              <a:buNone/>
              <a:defRPr sz="7680"/>
            </a:lvl8pPr>
            <a:lvl9pPr lvl="8" algn="ctr">
              <a:lnSpc>
                <a:spcPct val="90000"/>
              </a:lnSpc>
              <a:spcBef>
                <a:spcPts val="2400"/>
              </a:spcBef>
              <a:spcAft>
                <a:spcPts val="0"/>
              </a:spcAft>
              <a:buClr>
                <a:schemeClr val="dk1"/>
              </a:buClr>
              <a:buSzPts val="7680"/>
              <a:buNone/>
              <a:defRPr sz="7680"/>
            </a:lvl9pPr>
          </a:lstStyle>
          <a:p>
            <a:endParaRPr/>
          </a:p>
        </p:txBody>
      </p:sp>
      <p:sp>
        <p:nvSpPr>
          <p:cNvPr id="18" name="Google Shape;18;p3"/>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3017520" y="1752607"/>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3017520" y="8763000"/>
            <a:ext cx="37856160" cy="208864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2994662" y="8206749"/>
            <a:ext cx="37856160" cy="1369313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28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2994662" y="22029429"/>
            <a:ext cx="37856160" cy="720089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4800"/>
              </a:spcBef>
              <a:spcAft>
                <a:spcPts val="0"/>
              </a:spcAft>
              <a:buClr>
                <a:schemeClr val="dk1"/>
              </a:buClr>
              <a:buSzPts val="11520"/>
              <a:buNone/>
              <a:defRPr sz="11520">
                <a:solidFill>
                  <a:schemeClr val="dk1"/>
                </a:solidFill>
              </a:defRPr>
            </a:lvl1pPr>
            <a:lvl2pPr marL="914400" lvl="1" indent="-228600" algn="l">
              <a:lnSpc>
                <a:spcPct val="90000"/>
              </a:lnSpc>
              <a:spcBef>
                <a:spcPts val="2400"/>
              </a:spcBef>
              <a:spcAft>
                <a:spcPts val="0"/>
              </a:spcAft>
              <a:buClr>
                <a:srgbClr val="888888"/>
              </a:buClr>
              <a:buSzPts val="9600"/>
              <a:buNone/>
              <a:defRPr sz="9600">
                <a:solidFill>
                  <a:srgbClr val="888888"/>
                </a:solidFill>
              </a:defRPr>
            </a:lvl2pPr>
            <a:lvl3pPr marL="1371600" lvl="2" indent="-228600" algn="l">
              <a:lnSpc>
                <a:spcPct val="90000"/>
              </a:lnSpc>
              <a:spcBef>
                <a:spcPts val="2400"/>
              </a:spcBef>
              <a:spcAft>
                <a:spcPts val="0"/>
              </a:spcAft>
              <a:buClr>
                <a:srgbClr val="888888"/>
              </a:buClr>
              <a:buSzPts val="8640"/>
              <a:buNone/>
              <a:defRPr sz="8640">
                <a:solidFill>
                  <a:srgbClr val="888888"/>
                </a:solidFill>
              </a:defRPr>
            </a:lvl3pPr>
            <a:lvl4pPr marL="1828800" lvl="3" indent="-228600" algn="l">
              <a:lnSpc>
                <a:spcPct val="90000"/>
              </a:lnSpc>
              <a:spcBef>
                <a:spcPts val="2400"/>
              </a:spcBef>
              <a:spcAft>
                <a:spcPts val="0"/>
              </a:spcAft>
              <a:buClr>
                <a:srgbClr val="888888"/>
              </a:buClr>
              <a:buSzPts val="7680"/>
              <a:buNone/>
              <a:defRPr sz="7680">
                <a:solidFill>
                  <a:srgbClr val="888888"/>
                </a:solidFill>
              </a:defRPr>
            </a:lvl4pPr>
            <a:lvl5pPr marL="2286000" lvl="4" indent="-228600" algn="l">
              <a:lnSpc>
                <a:spcPct val="90000"/>
              </a:lnSpc>
              <a:spcBef>
                <a:spcPts val="2400"/>
              </a:spcBef>
              <a:spcAft>
                <a:spcPts val="0"/>
              </a:spcAft>
              <a:buClr>
                <a:srgbClr val="888888"/>
              </a:buClr>
              <a:buSzPts val="7680"/>
              <a:buNone/>
              <a:defRPr sz="7680">
                <a:solidFill>
                  <a:srgbClr val="888888"/>
                </a:solidFill>
              </a:defRPr>
            </a:lvl5pPr>
            <a:lvl6pPr marL="2743200" lvl="5" indent="-228600" algn="l">
              <a:lnSpc>
                <a:spcPct val="90000"/>
              </a:lnSpc>
              <a:spcBef>
                <a:spcPts val="2400"/>
              </a:spcBef>
              <a:spcAft>
                <a:spcPts val="0"/>
              </a:spcAft>
              <a:buClr>
                <a:srgbClr val="888888"/>
              </a:buClr>
              <a:buSzPts val="7680"/>
              <a:buNone/>
              <a:defRPr sz="7680">
                <a:solidFill>
                  <a:srgbClr val="888888"/>
                </a:solidFill>
              </a:defRPr>
            </a:lvl6pPr>
            <a:lvl7pPr marL="3200400" lvl="6" indent="-228600" algn="l">
              <a:lnSpc>
                <a:spcPct val="90000"/>
              </a:lnSpc>
              <a:spcBef>
                <a:spcPts val="2400"/>
              </a:spcBef>
              <a:spcAft>
                <a:spcPts val="0"/>
              </a:spcAft>
              <a:buClr>
                <a:srgbClr val="888888"/>
              </a:buClr>
              <a:buSzPts val="7680"/>
              <a:buNone/>
              <a:defRPr sz="7680">
                <a:solidFill>
                  <a:srgbClr val="888888"/>
                </a:solidFill>
              </a:defRPr>
            </a:lvl7pPr>
            <a:lvl8pPr marL="3657600" lvl="7" indent="-228600" algn="l">
              <a:lnSpc>
                <a:spcPct val="90000"/>
              </a:lnSpc>
              <a:spcBef>
                <a:spcPts val="2400"/>
              </a:spcBef>
              <a:spcAft>
                <a:spcPts val="0"/>
              </a:spcAft>
              <a:buClr>
                <a:srgbClr val="888888"/>
              </a:buClr>
              <a:buSzPts val="7680"/>
              <a:buNone/>
              <a:defRPr sz="7680">
                <a:solidFill>
                  <a:srgbClr val="888888"/>
                </a:solidFill>
              </a:defRPr>
            </a:lvl8pPr>
            <a:lvl9pPr marL="4114800" lvl="8" indent="-228600" algn="l">
              <a:lnSpc>
                <a:spcPct val="90000"/>
              </a:lnSpc>
              <a:spcBef>
                <a:spcPts val="2400"/>
              </a:spcBef>
              <a:spcAft>
                <a:spcPts val="0"/>
              </a:spcAft>
              <a:buClr>
                <a:srgbClr val="888888"/>
              </a:buClr>
              <a:buSzPts val="7680"/>
              <a:buNone/>
              <a:defRPr sz="7680">
                <a:solidFill>
                  <a:srgbClr val="888888"/>
                </a:solidFill>
              </a:defRPr>
            </a:lvl9pPr>
          </a:lstStyle>
          <a:p>
            <a:endParaRPr/>
          </a:p>
        </p:txBody>
      </p:sp>
      <p:sp>
        <p:nvSpPr>
          <p:cNvPr id="30" name="Google Shape;30;p5"/>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3017520" y="1752607"/>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3017520" y="8763000"/>
            <a:ext cx="18653760" cy="208864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36" name="Google Shape;36;p6"/>
          <p:cNvSpPr txBox="1">
            <a:spLocks noGrp="1"/>
          </p:cNvSpPr>
          <p:nvPr>
            <p:ph type="body" idx="2"/>
          </p:nvPr>
        </p:nvSpPr>
        <p:spPr>
          <a:xfrm>
            <a:off x="22219920" y="8763000"/>
            <a:ext cx="18653760" cy="208864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37" name="Google Shape;37;p6"/>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3023237" y="1752607"/>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3023242" y="8069582"/>
            <a:ext cx="18568032" cy="3954778"/>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4800"/>
              </a:spcBef>
              <a:spcAft>
                <a:spcPts val="0"/>
              </a:spcAft>
              <a:buClr>
                <a:schemeClr val="dk1"/>
              </a:buClr>
              <a:buSzPts val="11520"/>
              <a:buNone/>
              <a:defRPr sz="11520" b="1"/>
            </a:lvl1pPr>
            <a:lvl2pPr marL="914400" lvl="1" indent="-228600" algn="l">
              <a:lnSpc>
                <a:spcPct val="90000"/>
              </a:lnSpc>
              <a:spcBef>
                <a:spcPts val="2400"/>
              </a:spcBef>
              <a:spcAft>
                <a:spcPts val="0"/>
              </a:spcAft>
              <a:buClr>
                <a:schemeClr val="dk1"/>
              </a:buClr>
              <a:buSzPts val="9600"/>
              <a:buNone/>
              <a:defRPr sz="9600" b="1"/>
            </a:lvl2pPr>
            <a:lvl3pPr marL="1371600" lvl="2" indent="-228600" algn="l">
              <a:lnSpc>
                <a:spcPct val="90000"/>
              </a:lnSpc>
              <a:spcBef>
                <a:spcPts val="2400"/>
              </a:spcBef>
              <a:spcAft>
                <a:spcPts val="0"/>
              </a:spcAft>
              <a:buClr>
                <a:schemeClr val="dk1"/>
              </a:buClr>
              <a:buSzPts val="8640"/>
              <a:buNone/>
              <a:defRPr sz="8640" b="1"/>
            </a:lvl3pPr>
            <a:lvl4pPr marL="1828800" lvl="3" indent="-228600" algn="l">
              <a:lnSpc>
                <a:spcPct val="90000"/>
              </a:lnSpc>
              <a:spcBef>
                <a:spcPts val="2400"/>
              </a:spcBef>
              <a:spcAft>
                <a:spcPts val="0"/>
              </a:spcAft>
              <a:buClr>
                <a:schemeClr val="dk1"/>
              </a:buClr>
              <a:buSzPts val="7680"/>
              <a:buNone/>
              <a:defRPr sz="7680" b="1"/>
            </a:lvl4pPr>
            <a:lvl5pPr marL="2286000" lvl="4" indent="-228600" algn="l">
              <a:lnSpc>
                <a:spcPct val="90000"/>
              </a:lnSpc>
              <a:spcBef>
                <a:spcPts val="2400"/>
              </a:spcBef>
              <a:spcAft>
                <a:spcPts val="0"/>
              </a:spcAft>
              <a:buClr>
                <a:schemeClr val="dk1"/>
              </a:buClr>
              <a:buSzPts val="7680"/>
              <a:buNone/>
              <a:defRPr sz="7680" b="1"/>
            </a:lvl5pPr>
            <a:lvl6pPr marL="2743200" lvl="5" indent="-228600" algn="l">
              <a:lnSpc>
                <a:spcPct val="90000"/>
              </a:lnSpc>
              <a:spcBef>
                <a:spcPts val="2400"/>
              </a:spcBef>
              <a:spcAft>
                <a:spcPts val="0"/>
              </a:spcAft>
              <a:buClr>
                <a:schemeClr val="dk1"/>
              </a:buClr>
              <a:buSzPts val="7680"/>
              <a:buNone/>
              <a:defRPr sz="7680" b="1"/>
            </a:lvl6pPr>
            <a:lvl7pPr marL="3200400" lvl="6" indent="-228600" algn="l">
              <a:lnSpc>
                <a:spcPct val="90000"/>
              </a:lnSpc>
              <a:spcBef>
                <a:spcPts val="2400"/>
              </a:spcBef>
              <a:spcAft>
                <a:spcPts val="0"/>
              </a:spcAft>
              <a:buClr>
                <a:schemeClr val="dk1"/>
              </a:buClr>
              <a:buSzPts val="7680"/>
              <a:buNone/>
              <a:defRPr sz="7680" b="1"/>
            </a:lvl7pPr>
            <a:lvl8pPr marL="3657600" lvl="7" indent="-228600" algn="l">
              <a:lnSpc>
                <a:spcPct val="90000"/>
              </a:lnSpc>
              <a:spcBef>
                <a:spcPts val="2400"/>
              </a:spcBef>
              <a:spcAft>
                <a:spcPts val="0"/>
              </a:spcAft>
              <a:buClr>
                <a:schemeClr val="dk1"/>
              </a:buClr>
              <a:buSzPts val="7680"/>
              <a:buNone/>
              <a:defRPr sz="7680" b="1"/>
            </a:lvl8pPr>
            <a:lvl9pPr marL="4114800" lvl="8" indent="-228600" algn="l">
              <a:lnSpc>
                <a:spcPct val="90000"/>
              </a:lnSpc>
              <a:spcBef>
                <a:spcPts val="2400"/>
              </a:spcBef>
              <a:spcAft>
                <a:spcPts val="0"/>
              </a:spcAft>
              <a:buClr>
                <a:schemeClr val="dk1"/>
              </a:buClr>
              <a:buSzPts val="7680"/>
              <a:buNone/>
              <a:defRPr sz="7680" b="1"/>
            </a:lvl9pPr>
          </a:lstStyle>
          <a:p>
            <a:endParaRPr/>
          </a:p>
        </p:txBody>
      </p:sp>
      <p:sp>
        <p:nvSpPr>
          <p:cNvPr id="43" name="Google Shape;43;p7"/>
          <p:cNvSpPr txBox="1">
            <a:spLocks noGrp="1"/>
          </p:cNvSpPr>
          <p:nvPr>
            <p:ph type="body" idx="2"/>
          </p:nvPr>
        </p:nvSpPr>
        <p:spPr>
          <a:xfrm>
            <a:off x="3023242" y="12024360"/>
            <a:ext cx="18568032" cy="176860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44" name="Google Shape;44;p7"/>
          <p:cNvSpPr txBox="1">
            <a:spLocks noGrp="1"/>
          </p:cNvSpPr>
          <p:nvPr>
            <p:ph type="body" idx="3"/>
          </p:nvPr>
        </p:nvSpPr>
        <p:spPr>
          <a:xfrm>
            <a:off x="22219922" y="8069582"/>
            <a:ext cx="18659477" cy="3954778"/>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4800"/>
              </a:spcBef>
              <a:spcAft>
                <a:spcPts val="0"/>
              </a:spcAft>
              <a:buClr>
                <a:schemeClr val="dk1"/>
              </a:buClr>
              <a:buSzPts val="11520"/>
              <a:buNone/>
              <a:defRPr sz="11520" b="1"/>
            </a:lvl1pPr>
            <a:lvl2pPr marL="914400" lvl="1" indent="-228600" algn="l">
              <a:lnSpc>
                <a:spcPct val="90000"/>
              </a:lnSpc>
              <a:spcBef>
                <a:spcPts val="2400"/>
              </a:spcBef>
              <a:spcAft>
                <a:spcPts val="0"/>
              </a:spcAft>
              <a:buClr>
                <a:schemeClr val="dk1"/>
              </a:buClr>
              <a:buSzPts val="9600"/>
              <a:buNone/>
              <a:defRPr sz="9600" b="1"/>
            </a:lvl2pPr>
            <a:lvl3pPr marL="1371600" lvl="2" indent="-228600" algn="l">
              <a:lnSpc>
                <a:spcPct val="90000"/>
              </a:lnSpc>
              <a:spcBef>
                <a:spcPts val="2400"/>
              </a:spcBef>
              <a:spcAft>
                <a:spcPts val="0"/>
              </a:spcAft>
              <a:buClr>
                <a:schemeClr val="dk1"/>
              </a:buClr>
              <a:buSzPts val="8640"/>
              <a:buNone/>
              <a:defRPr sz="8640" b="1"/>
            </a:lvl3pPr>
            <a:lvl4pPr marL="1828800" lvl="3" indent="-228600" algn="l">
              <a:lnSpc>
                <a:spcPct val="90000"/>
              </a:lnSpc>
              <a:spcBef>
                <a:spcPts val="2400"/>
              </a:spcBef>
              <a:spcAft>
                <a:spcPts val="0"/>
              </a:spcAft>
              <a:buClr>
                <a:schemeClr val="dk1"/>
              </a:buClr>
              <a:buSzPts val="7680"/>
              <a:buNone/>
              <a:defRPr sz="7680" b="1"/>
            </a:lvl4pPr>
            <a:lvl5pPr marL="2286000" lvl="4" indent="-228600" algn="l">
              <a:lnSpc>
                <a:spcPct val="90000"/>
              </a:lnSpc>
              <a:spcBef>
                <a:spcPts val="2400"/>
              </a:spcBef>
              <a:spcAft>
                <a:spcPts val="0"/>
              </a:spcAft>
              <a:buClr>
                <a:schemeClr val="dk1"/>
              </a:buClr>
              <a:buSzPts val="7680"/>
              <a:buNone/>
              <a:defRPr sz="7680" b="1"/>
            </a:lvl5pPr>
            <a:lvl6pPr marL="2743200" lvl="5" indent="-228600" algn="l">
              <a:lnSpc>
                <a:spcPct val="90000"/>
              </a:lnSpc>
              <a:spcBef>
                <a:spcPts val="2400"/>
              </a:spcBef>
              <a:spcAft>
                <a:spcPts val="0"/>
              </a:spcAft>
              <a:buClr>
                <a:schemeClr val="dk1"/>
              </a:buClr>
              <a:buSzPts val="7680"/>
              <a:buNone/>
              <a:defRPr sz="7680" b="1"/>
            </a:lvl6pPr>
            <a:lvl7pPr marL="3200400" lvl="6" indent="-228600" algn="l">
              <a:lnSpc>
                <a:spcPct val="90000"/>
              </a:lnSpc>
              <a:spcBef>
                <a:spcPts val="2400"/>
              </a:spcBef>
              <a:spcAft>
                <a:spcPts val="0"/>
              </a:spcAft>
              <a:buClr>
                <a:schemeClr val="dk1"/>
              </a:buClr>
              <a:buSzPts val="7680"/>
              <a:buNone/>
              <a:defRPr sz="7680" b="1"/>
            </a:lvl7pPr>
            <a:lvl8pPr marL="3657600" lvl="7" indent="-228600" algn="l">
              <a:lnSpc>
                <a:spcPct val="90000"/>
              </a:lnSpc>
              <a:spcBef>
                <a:spcPts val="2400"/>
              </a:spcBef>
              <a:spcAft>
                <a:spcPts val="0"/>
              </a:spcAft>
              <a:buClr>
                <a:schemeClr val="dk1"/>
              </a:buClr>
              <a:buSzPts val="7680"/>
              <a:buNone/>
              <a:defRPr sz="7680" b="1"/>
            </a:lvl8pPr>
            <a:lvl9pPr marL="4114800" lvl="8" indent="-228600" algn="l">
              <a:lnSpc>
                <a:spcPct val="90000"/>
              </a:lnSpc>
              <a:spcBef>
                <a:spcPts val="2400"/>
              </a:spcBef>
              <a:spcAft>
                <a:spcPts val="0"/>
              </a:spcAft>
              <a:buClr>
                <a:schemeClr val="dk1"/>
              </a:buClr>
              <a:buSzPts val="7680"/>
              <a:buNone/>
              <a:defRPr sz="7680" b="1"/>
            </a:lvl9pPr>
          </a:lstStyle>
          <a:p>
            <a:endParaRPr/>
          </a:p>
        </p:txBody>
      </p:sp>
      <p:sp>
        <p:nvSpPr>
          <p:cNvPr id="45" name="Google Shape;45;p7"/>
          <p:cNvSpPr txBox="1">
            <a:spLocks noGrp="1"/>
          </p:cNvSpPr>
          <p:nvPr>
            <p:ph type="body" idx="4"/>
          </p:nvPr>
        </p:nvSpPr>
        <p:spPr>
          <a:xfrm>
            <a:off x="22219922" y="12024360"/>
            <a:ext cx="18659477" cy="176860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46" name="Google Shape;46;p7"/>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3017520" y="1752607"/>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9"/>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9"/>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9"/>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0"/>
          <p:cNvSpPr txBox="1">
            <a:spLocks noGrp="1"/>
          </p:cNvSpPr>
          <p:nvPr>
            <p:ph type="title"/>
          </p:nvPr>
        </p:nvSpPr>
        <p:spPr>
          <a:xfrm>
            <a:off x="3023237" y="2194560"/>
            <a:ext cx="14156054" cy="768096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536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0"/>
          <p:cNvSpPr txBox="1">
            <a:spLocks noGrp="1"/>
          </p:cNvSpPr>
          <p:nvPr>
            <p:ph type="body" idx="1"/>
          </p:nvPr>
        </p:nvSpPr>
        <p:spPr>
          <a:xfrm>
            <a:off x="18659477" y="4739647"/>
            <a:ext cx="22219920" cy="23393400"/>
          </a:xfrm>
          <a:prstGeom prst="rect">
            <a:avLst/>
          </a:prstGeom>
          <a:noFill/>
          <a:ln>
            <a:noFill/>
          </a:ln>
        </p:spPr>
        <p:txBody>
          <a:bodyPr spcFirstLastPara="1" wrap="square" lIns="91425" tIns="45700" rIns="91425" bIns="45700" anchor="t" anchorCtr="0">
            <a:normAutofit/>
          </a:bodyPr>
          <a:lstStyle>
            <a:lvl1pPr marL="457200" lvl="0" indent="-1203960" algn="l">
              <a:lnSpc>
                <a:spcPct val="90000"/>
              </a:lnSpc>
              <a:spcBef>
                <a:spcPts val="4800"/>
              </a:spcBef>
              <a:spcAft>
                <a:spcPts val="0"/>
              </a:spcAft>
              <a:buClr>
                <a:schemeClr val="dk1"/>
              </a:buClr>
              <a:buSzPts val="15360"/>
              <a:buChar char="•"/>
              <a:defRPr sz="15360"/>
            </a:lvl1pPr>
            <a:lvl2pPr marL="914400" lvl="1" indent="-1082040" algn="l">
              <a:lnSpc>
                <a:spcPct val="90000"/>
              </a:lnSpc>
              <a:spcBef>
                <a:spcPts val="2400"/>
              </a:spcBef>
              <a:spcAft>
                <a:spcPts val="0"/>
              </a:spcAft>
              <a:buClr>
                <a:schemeClr val="dk1"/>
              </a:buClr>
              <a:buSzPts val="13440"/>
              <a:buChar char="•"/>
              <a:defRPr sz="13439"/>
            </a:lvl2pPr>
            <a:lvl3pPr marL="1371600" lvl="2" indent="-960120" algn="l">
              <a:lnSpc>
                <a:spcPct val="90000"/>
              </a:lnSpc>
              <a:spcBef>
                <a:spcPts val="2400"/>
              </a:spcBef>
              <a:spcAft>
                <a:spcPts val="0"/>
              </a:spcAft>
              <a:buClr>
                <a:schemeClr val="dk1"/>
              </a:buClr>
              <a:buSzPts val="11520"/>
              <a:buChar char="•"/>
              <a:defRPr sz="11520"/>
            </a:lvl3pPr>
            <a:lvl4pPr marL="1828800" lvl="3" indent="-838200" algn="l">
              <a:lnSpc>
                <a:spcPct val="90000"/>
              </a:lnSpc>
              <a:spcBef>
                <a:spcPts val="2400"/>
              </a:spcBef>
              <a:spcAft>
                <a:spcPts val="0"/>
              </a:spcAft>
              <a:buClr>
                <a:schemeClr val="dk1"/>
              </a:buClr>
              <a:buSzPts val="9600"/>
              <a:buChar char="•"/>
              <a:defRPr sz="9600"/>
            </a:lvl4pPr>
            <a:lvl5pPr marL="2286000" lvl="4" indent="-838200" algn="l">
              <a:lnSpc>
                <a:spcPct val="90000"/>
              </a:lnSpc>
              <a:spcBef>
                <a:spcPts val="2400"/>
              </a:spcBef>
              <a:spcAft>
                <a:spcPts val="0"/>
              </a:spcAft>
              <a:buClr>
                <a:schemeClr val="dk1"/>
              </a:buClr>
              <a:buSzPts val="9600"/>
              <a:buChar char="•"/>
              <a:defRPr sz="9600"/>
            </a:lvl5pPr>
            <a:lvl6pPr marL="2743200" lvl="5" indent="-838200" algn="l">
              <a:lnSpc>
                <a:spcPct val="90000"/>
              </a:lnSpc>
              <a:spcBef>
                <a:spcPts val="2400"/>
              </a:spcBef>
              <a:spcAft>
                <a:spcPts val="0"/>
              </a:spcAft>
              <a:buClr>
                <a:schemeClr val="dk1"/>
              </a:buClr>
              <a:buSzPts val="9600"/>
              <a:buChar char="•"/>
              <a:defRPr sz="9600"/>
            </a:lvl6pPr>
            <a:lvl7pPr marL="3200400" lvl="6" indent="-838200" algn="l">
              <a:lnSpc>
                <a:spcPct val="90000"/>
              </a:lnSpc>
              <a:spcBef>
                <a:spcPts val="2400"/>
              </a:spcBef>
              <a:spcAft>
                <a:spcPts val="0"/>
              </a:spcAft>
              <a:buClr>
                <a:schemeClr val="dk1"/>
              </a:buClr>
              <a:buSzPts val="9600"/>
              <a:buChar char="•"/>
              <a:defRPr sz="9600"/>
            </a:lvl7pPr>
            <a:lvl8pPr marL="3657600" lvl="7" indent="-838200" algn="l">
              <a:lnSpc>
                <a:spcPct val="90000"/>
              </a:lnSpc>
              <a:spcBef>
                <a:spcPts val="2400"/>
              </a:spcBef>
              <a:spcAft>
                <a:spcPts val="0"/>
              </a:spcAft>
              <a:buClr>
                <a:schemeClr val="dk1"/>
              </a:buClr>
              <a:buSzPts val="9600"/>
              <a:buChar char="•"/>
              <a:defRPr sz="9600"/>
            </a:lvl8pPr>
            <a:lvl9pPr marL="4114800" lvl="8" indent="-838200" algn="l">
              <a:lnSpc>
                <a:spcPct val="90000"/>
              </a:lnSpc>
              <a:spcBef>
                <a:spcPts val="2400"/>
              </a:spcBef>
              <a:spcAft>
                <a:spcPts val="0"/>
              </a:spcAft>
              <a:buClr>
                <a:schemeClr val="dk1"/>
              </a:buClr>
              <a:buSzPts val="9600"/>
              <a:buChar char="•"/>
              <a:defRPr sz="9600"/>
            </a:lvl9pPr>
          </a:lstStyle>
          <a:p>
            <a:endParaRPr/>
          </a:p>
        </p:txBody>
      </p:sp>
      <p:sp>
        <p:nvSpPr>
          <p:cNvPr id="61" name="Google Shape;61;p10"/>
          <p:cNvSpPr txBox="1">
            <a:spLocks noGrp="1"/>
          </p:cNvSpPr>
          <p:nvPr>
            <p:ph type="body" idx="2"/>
          </p:nvPr>
        </p:nvSpPr>
        <p:spPr>
          <a:xfrm>
            <a:off x="3023237" y="9875520"/>
            <a:ext cx="14156054" cy="1829562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4800"/>
              </a:spcBef>
              <a:spcAft>
                <a:spcPts val="0"/>
              </a:spcAft>
              <a:buClr>
                <a:schemeClr val="dk1"/>
              </a:buClr>
              <a:buSzPts val="7680"/>
              <a:buNone/>
              <a:defRPr sz="7680"/>
            </a:lvl1pPr>
            <a:lvl2pPr marL="914400" lvl="1" indent="-228600" algn="l">
              <a:lnSpc>
                <a:spcPct val="90000"/>
              </a:lnSpc>
              <a:spcBef>
                <a:spcPts val="2400"/>
              </a:spcBef>
              <a:spcAft>
                <a:spcPts val="0"/>
              </a:spcAft>
              <a:buClr>
                <a:schemeClr val="dk1"/>
              </a:buClr>
              <a:buSzPts val="6720"/>
              <a:buNone/>
              <a:defRPr sz="6719"/>
            </a:lvl2pPr>
            <a:lvl3pPr marL="1371600" lvl="2" indent="-228600" algn="l">
              <a:lnSpc>
                <a:spcPct val="90000"/>
              </a:lnSpc>
              <a:spcBef>
                <a:spcPts val="2400"/>
              </a:spcBef>
              <a:spcAft>
                <a:spcPts val="0"/>
              </a:spcAft>
              <a:buClr>
                <a:schemeClr val="dk1"/>
              </a:buClr>
              <a:buSzPts val="5760"/>
              <a:buNone/>
              <a:defRPr sz="5760"/>
            </a:lvl3pPr>
            <a:lvl4pPr marL="1828800" lvl="3" indent="-228600" algn="l">
              <a:lnSpc>
                <a:spcPct val="90000"/>
              </a:lnSpc>
              <a:spcBef>
                <a:spcPts val="2400"/>
              </a:spcBef>
              <a:spcAft>
                <a:spcPts val="0"/>
              </a:spcAft>
              <a:buClr>
                <a:schemeClr val="dk1"/>
              </a:buClr>
              <a:buSzPts val="4800"/>
              <a:buNone/>
              <a:defRPr sz="4800"/>
            </a:lvl4pPr>
            <a:lvl5pPr marL="2286000" lvl="4" indent="-228600" algn="l">
              <a:lnSpc>
                <a:spcPct val="90000"/>
              </a:lnSpc>
              <a:spcBef>
                <a:spcPts val="2400"/>
              </a:spcBef>
              <a:spcAft>
                <a:spcPts val="0"/>
              </a:spcAft>
              <a:buClr>
                <a:schemeClr val="dk1"/>
              </a:buClr>
              <a:buSzPts val="4800"/>
              <a:buNone/>
              <a:defRPr sz="4800"/>
            </a:lvl5pPr>
            <a:lvl6pPr marL="2743200" lvl="5" indent="-228600" algn="l">
              <a:lnSpc>
                <a:spcPct val="90000"/>
              </a:lnSpc>
              <a:spcBef>
                <a:spcPts val="2400"/>
              </a:spcBef>
              <a:spcAft>
                <a:spcPts val="0"/>
              </a:spcAft>
              <a:buClr>
                <a:schemeClr val="dk1"/>
              </a:buClr>
              <a:buSzPts val="4800"/>
              <a:buNone/>
              <a:defRPr sz="4800"/>
            </a:lvl6pPr>
            <a:lvl7pPr marL="3200400" lvl="6" indent="-228600" algn="l">
              <a:lnSpc>
                <a:spcPct val="90000"/>
              </a:lnSpc>
              <a:spcBef>
                <a:spcPts val="2400"/>
              </a:spcBef>
              <a:spcAft>
                <a:spcPts val="0"/>
              </a:spcAft>
              <a:buClr>
                <a:schemeClr val="dk1"/>
              </a:buClr>
              <a:buSzPts val="4800"/>
              <a:buNone/>
              <a:defRPr sz="4800"/>
            </a:lvl7pPr>
            <a:lvl8pPr marL="3657600" lvl="7" indent="-228600" algn="l">
              <a:lnSpc>
                <a:spcPct val="90000"/>
              </a:lnSpc>
              <a:spcBef>
                <a:spcPts val="2400"/>
              </a:spcBef>
              <a:spcAft>
                <a:spcPts val="0"/>
              </a:spcAft>
              <a:buClr>
                <a:schemeClr val="dk1"/>
              </a:buClr>
              <a:buSzPts val="4800"/>
              <a:buNone/>
              <a:defRPr sz="4800"/>
            </a:lvl8pPr>
            <a:lvl9pPr marL="4114800" lvl="8" indent="-228600" algn="l">
              <a:lnSpc>
                <a:spcPct val="90000"/>
              </a:lnSpc>
              <a:spcBef>
                <a:spcPts val="2400"/>
              </a:spcBef>
              <a:spcAft>
                <a:spcPts val="0"/>
              </a:spcAft>
              <a:buClr>
                <a:schemeClr val="dk1"/>
              </a:buClr>
              <a:buSzPts val="4800"/>
              <a:buNone/>
              <a:defRPr sz="4800"/>
            </a:lvl9pPr>
          </a:lstStyle>
          <a:p>
            <a:endParaRPr/>
          </a:p>
        </p:txBody>
      </p:sp>
      <p:sp>
        <p:nvSpPr>
          <p:cNvPr id="62" name="Google Shape;62;p10"/>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0"/>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0"/>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1"/>
          <p:cNvSpPr txBox="1">
            <a:spLocks noGrp="1"/>
          </p:cNvSpPr>
          <p:nvPr>
            <p:ph type="title"/>
          </p:nvPr>
        </p:nvSpPr>
        <p:spPr>
          <a:xfrm>
            <a:off x="3023237" y="2194560"/>
            <a:ext cx="14156054" cy="768096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536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1"/>
          <p:cNvSpPr>
            <a:spLocks noGrp="1"/>
          </p:cNvSpPr>
          <p:nvPr>
            <p:ph type="pic" idx="2"/>
          </p:nvPr>
        </p:nvSpPr>
        <p:spPr>
          <a:xfrm>
            <a:off x="18659477" y="4739647"/>
            <a:ext cx="22219920" cy="23393400"/>
          </a:xfrm>
          <a:prstGeom prst="rect">
            <a:avLst/>
          </a:prstGeom>
          <a:noFill/>
          <a:ln>
            <a:noFill/>
          </a:ln>
        </p:spPr>
      </p:sp>
      <p:sp>
        <p:nvSpPr>
          <p:cNvPr id="68" name="Google Shape;68;p11"/>
          <p:cNvSpPr txBox="1">
            <a:spLocks noGrp="1"/>
          </p:cNvSpPr>
          <p:nvPr>
            <p:ph type="body" idx="1"/>
          </p:nvPr>
        </p:nvSpPr>
        <p:spPr>
          <a:xfrm>
            <a:off x="3023237" y="9875520"/>
            <a:ext cx="14156054" cy="1829562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4800"/>
              </a:spcBef>
              <a:spcAft>
                <a:spcPts val="0"/>
              </a:spcAft>
              <a:buClr>
                <a:schemeClr val="dk1"/>
              </a:buClr>
              <a:buSzPts val="7680"/>
              <a:buNone/>
              <a:defRPr sz="7680"/>
            </a:lvl1pPr>
            <a:lvl2pPr marL="914400" lvl="1" indent="-228600" algn="l">
              <a:lnSpc>
                <a:spcPct val="90000"/>
              </a:lnSpc>
              <a:spcBef>
                <a:spcPts val="2400"/>
              </a:spcBef>
              <a:spcAft>
                <a:spcPts val="0"/>
              </a:spcAft>
              <a:buClr>
                <a:schemeClr val="dk1"/>
              </a:buClr>
              <a:buSzPts val="6720"/>
              <a:buNone/>
              <a:defRPr sz="6719"/>
            </a:lvl2pPr>
            <a:lvl3pPr marL="1371600" lvl="2" indent="-228600" algn="l">
              <a:lnSpc>
                <a:spcPct val="90000"/>
              </a:lnSpc>
              <a:spcBef>
                <a:spcPts val="2400"/>
              </a:spcBef>
              <a:spcAft>
                <a:spcPts val="0"/>
              </a:spcAft>
              <a:buClr>
                <a:schemeClr val="dk1"/>
              </a:buClr>
              <a:buSzPts val="5760"/>
              <a:buNone/>
              <a:defRPr sz="5760"/>
            </a:lvl3pPr>
            <a:lvl4pPr marL="1828800" lvl="3" indent="-228600" algn="l">
              <a:lnSpc>
                <a:spcPct val="90000"/>
              </a:lnSpc>
              <a:spcBef>
                <a:spcPts val="2400"/>
              </a:spcBef>
              <a:spcAft>
                <a:spcPts val="0"/>
              </a:spcAft>
              <a:buClr>
                <a:schemeClr val="dk1"/>
              </a:buClr>
              <a:buSzPts val="4800"/>
              <a:buNone/>
              <a:defRPr sz="4800"/>
            </a:lvl4pPr>
            <a:lvl5pPr marL="2286000" lvl="4" indent="-228600" algn="l">
              <a:lnSpc>
                <a:spcPct val="90000"/>
              </a:lnSpc>
              <a:spcBef>
                <a:spcPts val="2400"/>
              </a:spcBef>
              <a:spcAft>
                <a:spcPts val="0"/>
              </a:spcAft>
              <a:buClr>
                <a:schemeClr val="dk1"/>
              </a:buClr>
              <a:buSzPts val="4800"/>
              <a:buNone/>
              <a:defRPr sz="4800"/>
            </a:lvl5pPr>
            <a:lvl6pPr marL="2743200" lvl="5" indent="-228600" algn="l">
              <a:lnSpc>
                <a:spcPct val="90000"/>
              </a:lnSpc>
              <a:spcBef>
                <a:spcPts val="2400"/>
              </a:spcBef>
              <a:spcAft>
                <a:spcPts val="0"/>
              </a:spcAft>
              <a:buClr>
                <a:schemeClr val="dk1"/>
              </a:buClr>
              <a:buSzPts val="4800"/>
              <a:buNone/>
              <a:defRPr sz="4800"/>
            </a:lvl6pPr>
            <a:lvl7pPr marL="3200400" lvl="6" indent="-228600" algn="l">
              <a:lnSpc>
                <a:spcPct val="90000"/>
              </a:lnSpc>
              <a:spcBef>
                <a:spcPts val="2400"/>
              </a:spcBef>
              <a:spcAft>
                <a:spcPts val="0"/>
              </a:spcAft>
              <a:buClr>
                <a:schemeClr val="dk1"/>
              </a:buClr>
              <a:buSzPts val="4800"/>
              <a:buNone/>
              <a:defRPr sz="4800"/>
            </a:lvl7pPr>
            <a:lvl8pPr marL="3657600" lvl="7" indent="-228600" algn="l">
              <a:lnSpc>
                <a:spcPct val="90000"/>
              </a:lnSpc>
              <a:spcBef>
                <a:spcPts val="2400"/>
              </a:spcBef>
              <a:spcAft>
                <a:spcPts val="0"/>
              </a:spcAft>
              <a:buClr>
                <a:schemeClr val="dk1"/>
              </a:buClr>
              <a:buSzPts val="4800"/>
              <a:buNone/>
              <a:defRPr sz="4800"/>
            </a:lvl8pPr>
            <a:lvl9pPr marL="4114800" lvl="8" indent="-228600" algn="l">
              <a:lnSpc>
                <a:spcPct val="90000"/>
              </a:lnSpc>
              <a:spcBef>
                <a:spcPts val="2400"/>
              </a:spcBef>
              <a:spcAft>
                <a:spcPts val="0"/>
              </a:spcAft>
              <a:buClr>
                <a:schemeClr val="dk1"/>
              </a:buClr>
              <a:buSzPts val="4800"/>
              <a:buNone/>
              <a:defRPr sz="4800"/>
            </a:lvl9pPr>
          </a:lstStyle>
          <a:p>
            <a:endParaRPr/>
          </a:p>
        </p:txBody>
      </p:sp>
      <p:sp>
        <p:nvSpPr>
          <p:cNvPr id="69" name="Google Shape;69;p11"/>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1"/>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1"/>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2"/>
          <p:cNvSpPr txBox="1">
            <a:spLocks noGrp="1"/>
          </p:cNvSpPr>
          <p:nvPr>
            <p:ph type="title"/>
          </p:nvPr>
        </p:nvSpPr>
        <p:spPr>
          <a:xfrm>
            <a:off x="3017520" y="1752607"/>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2"/>
          <p:cNvSpPr txBox="1">
            <a:spLocks noGrp="1"/>
          </p:cNvSpPr>
          <p:nvPr>
            <p:ph type="body" idx="1"/>
          </p:nvPr>
        </p:nvSpPr>
        <p:spPr>
          <a:xfrm rot="5400000">
            <a:off x="11502389" y="278131"/>
            <a:ext cx="20886422" cy="3785616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75" name="Google Shape;75;p12"/>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2"/>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2"/>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3"/>
          <p:cNvSpPr txBox="1">
            <a:spLocks noGrp="1"/>
          </p:cNvSpPr>
          <p:nvPr>
            <p:ph type="title"/>
          </p:nvPr>
        </p:nvSpPr>
        <p:spPr>
          <a:xfrm rot="5400000">
            <a:off x="22193251" y="10968991"/>
            <a:ext cx="27896822" cy="946404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3"/>
          <p:cNvSpPr txBox="1">
            <a:spLocks noGrp="1"/>
          </p:cNvSpPr>
          <p:nvPr>
            <p:ph type="body" idx="1"/>
          </p:nvPr>
        </p:nvSpPr>
        <p:spPr>
          <a:xfrm rot="5400000">
            <a:off x="2990851" y="1779271"/>
            <a:ext cx="27896822" cy="2784348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81" name="Google Shape;81;p13"/>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3"/>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3"/>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3017520" y="1752607"/>
            <a:ext cx="37856160" cy="636270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
          <p:cNvSpPr txBox="1">
            <a:spLocks noGrp="1"/>
          </p:cNvSpPr>
          <p:nvPr>
            <p:ph type="body" idx="1"/>
          </p:nvPr>
        </p:nvSpPr>
        <p:spPr>
          <a:xfrm>
            <a:off x="3017520" y="8763000"/>
            <a:ext cx="37856160" cy="20886422"/>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2" name="Google Shape;12;p2"/>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576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576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5760" b="0" i="0" u="none" strike="noStrike" cap="none">
                <a:solidFill>
                  <a:srgbClr val="888888"/>
                </a:solidFill>
                <a:latin typeface="Calibri"/>
                <a:ea typeface="Calibri"/>
                <a:cs typeface="Calibri"/>
                <a:sym typeface="Calibri"/>
              </a:defRPr>
            </a:lvl1pPr>
            <a:lvl2pPr marL="0" marR="0" lvl="1" indent="0" algn="r" rtl="0">
              <a:spcBef>
                <a:spcPts val="0"/>
              </a:spcBef>
              <a:buNone/>
              <a:defRPr sz="5760" b="0" i="0" u="none" strike="noStrike" cap="none">
                <a:solidFill>
                  <a:srgbClr val="888888"/>
                </a:solidFill>
                <a:latin typeface="Calibri"/>
                <a:ea typeface="Calibri"/>
                <a:cs typeface="Calibri"/>
                <a:sym typeface="Calibri"/>
              </a:defRPr>
            </a:lvl2pPr>
            <a:lvl3pPr marL="0" marR="0" lvl="2" indent="0" algn="r" rtl="0">
              <a:spcBef>
                <a:spcPts val="0"/>
              </a:spcBef>
              <a:buNone/>
              <a:defRPr sz="5760" b="0" i="0" u="none" strike="noStrike" cap="none">
                <a:solidFill>
                  <a:srgbClr val="888888"/>
                </a:solidFill>
                <a:latin typeface="Calibri"/>
                <a:ea typeface="Calibri"/>
                <a:cs typeface="Calibri"/>
                <a:sym typeface="Calibri"/>
              </a:defRPr>
            </a:lvl3pPr>
            <a:lvl4pPr marL="0" marR="0" lvl="3" indent="0" algn="r" rtl="0">
              <a:spcBef>
                <a:spcPts val="0"/>
              </a:spcBef>
              <a:buNone/>
              <a:defRPr sz="5760" b="0" i="0" u="none" strike="noStrike" cap="none">
                <a:solidFill>
                  <a:srgbClr val="888888"/>
                </a:solidFill>
                <a:latin typeface="Calibri"/>
                <a:ea typeface="Calibri"/>
                <a:cs typeface="Calibri"/>
                <a:sym typeface="Calibri"/>
              </a:defRPr>
            </a:lvl4pPr>
            <a:lvl5pPr marL="0" marR="0" lvl="4" indent="0" algn="r" rtl="0">
              <a:spcBef>
                <a:spcPts val="0"/>
              </a:spcBef>
              <a:buNone/>
              <a:defRPr sz="5760" b="0" i="0" u="none" strike="noStrike" cap="none">
                <a:solidFill>
                  <a:srgbClr val="888888"/>
                </a:solidFill>
                <a:latin typeface="Calibri"/>
                <a:ea typeface="Calibri"/>
                <a:cs typeface="Calibri"/>
                <a:sym typeface="Calibri"/>
              </a:defRPr>
            </a:lvl5pPr>
            <a:lvl6pPr marL="0" marR="0" lvl="5" indent="0" algn="r" rtl="0">
              <a:spcBef>
                <a:spcPts val="0"/>
              </a:spcBef>
              <a:buNone/>
              <a:defRPr sz="5760" b="0" i="0" u="none" strike="noStrike" cap="none">
                <a:solidFill>
                  <a:srgbClr val="888888"/>
                </a:solidFill>
                <a:latin typeface="Calibri"/>
                <a:ea typeface="Calibri"/>
                <a:cs typeface="Calibri"/>
                <a:sym typeface="Calibri"/>
              </a:defRPr>
            </a:lvl6pPr>
            <a:lvl7pPr marL="0" marR="0" lvl="6" indent="0" algn="r" rtl="0">
              <a:spcBef>
                <a:spcPts val="0"/>
              </a:spcBef>
              <a:buNone/>
              <a:defRPr sz="5760" b="0" i="0" u="none" strike="noStrike" cap="none">
                <a:solidFill>
                  <a:srgbClr val="888888"/>
                </a:solidFill>
                <a:latin typeface="Calibri"/>
                <a:ea typeface="Calibri"/>
                <a:cs typeface="Calibri"/>
                <a:sym typeface="Calibri"/>
              </a:defRPr>
            </a:lvl7pPr>
            <a:lvl8pPr marL="0" marR="0" lvl="7" indent="0" algn="r" rtl="0">
              <a:spcBef>
                <a:spcPts val="0"/>
              </a:spcBef>
              <a:buNone/>
              <a:defRPr sz="5760" b="0" i="0" u="none" strike="noStrike" cap="none">
                <a:solidFill>
                  <a:srgbClr val="888888"/>
                </a:solidFill>
                <a:latin typeface="Calibri"/>
                <a:ea typeface="Calibri"/>
                <a:cs typeface="Calibri"/>
                <a:sym typeface="Calibri"/>
              </a:defRPr>
            </a:lvl8pPr>
            <a:lvl9pPr marL="0" marR="0" lvl="8" indent="0" algn="r" rtl="0">
              <a:spcBef>
                <a:spcPts val="0"/>
              </a:spcBef>
              <a:buNone/>
              <a:defRPr sz="576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jp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6" Type="http://schemas.openxmlformats.org/officeDocument/2006/relationships/image" Target="../media/image14.JP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67" name="Google Shape;100;p1">
            <a:extLst>
              <a:ext uri="{FF2B5EF4-FFF2-40B4-BE49-F238E27FC236}">
                <a16:creationId xmlns:a16="http://schemas.microsoft.com/office/drawing/2014/main" id="{6DDE761E-F94B-3FA5-9143-CDA67D985EEF}"/>
              </a:ext>
            </a:extLst>
          </p:cNvPr>
          <p:cNvSpPr/>
          <p:nvPr/>
        </p:nvSpPr>
        <p:spPr>
          <a:xfrm>
            <a:off x="22387345" y="5314417"/>
            <a:ext cx="10965000" cy="27129059"/>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imes New Roman"/>
              <a:ea typeface="Times New Roman"/>
              <a:cs typeface="Times New Roman"/>
              <a:sym typeface="Times New Roman"/>
            </a:endParaRPr>
          </a:p>
        </p:txBody>
      </p:sp>
      <p:sp>
        <p:nvSpPr>
          <p:cNvPr id="53" name="Google Shape;97;p1">
            <a:extLst>
              <a:ext uri="{FF2B5EF4-FFF2-40B4-BE49-F238E27FC236}">
                <a16:creationId xmlns:a16="http://schemas.microsoft.com/office/drawing/2014/main" id="{6DE851A5-5748-04D2-FB78-12576DB6B541}"/>
              </a:ext>
            </a:extLst>
          </p:cNvPr>
          <p:cNvSpPr/>
          <p:nvPr/>
        </p:nvSpPr>
        <p:spPr>
          <a:xfrm>
            <a:off x="34197524" y="24466309"/>
            <a:ext cx="9230293" cy="7953699"/>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 name="Google Shape;100;p1">
            <a:extLst>
              <a:ext uri="{FF2B5EF4-FFF2-40B4-BE49-F238E27FC236}">
                <a16:creationId xmlns:a16="http://schemas.microsoft.com/office/drawing/2014/main" id="{AFD212F0-2192-34B3-643C-BDBC5BAE86AA}"/>
              </a:ext>
            </a:extLst>
          </p:cNvPr>
          <p:cNvSpPr/>
          <p:nvPr/>
        </p:nvSpPr>
        <p:spPr>
          <a:xfrm>
            <a:off x="22364636" y="5314417"/>
            <a:ext cx="10965000" cy="27129059"/>
          </a:xfrm>
          <a:prstGeom prst="rect">
            <a:avLst/>
          </a:prstGeom>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dirty="0">
              <a:solidFill>
                <a:schemeClr val="lt1"/>
              </a:solidFill>
              <a:latin typeface="Times New Roman"/>
              <a:ea typeface="Times New Roman"/>
              <a:cs typeface="Times New Roman"/>
              <a:sym typeface="Times New Roman"/>
            </a:endParaRPr>
          </a:p>
        </p:txBody>
      </p:sp>
      <p:sp>
        <p:nvSpPr>
          <p:cNvPr id="88" name="Google Shape;88;p1"/>
          <p:cNvSpPr/>
          <p:nvPr/>
        </p:nvSpPr>
        <p:spPr>
          <a:xfrm>
            <a:off x="439267" y="13273537"/>
            <a:ext cx="9129895" cy="10945597"/>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9" name="Google Shape;89;p1"/>
          <p:cNvSpPr/>
          <p:nvPr/>
        </p:nvSpPr>
        <p:spPr>
          <a:xfrm>
            <a:off x="457200" y="457200"/>
            <a:ext cx="42976800" cy="3814410"/>
          </a:xfrm>
          <a:prstGeom prst="rect">
            <a:avLst/>
          </a:prstGeom>
          <a:solidFill>
            <a:srgbClr val="B94747"/>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a:ea typeface="Times New Roman"/>
              <a:cs typeface="Times New Roman"/>
              <a:sym typeface="Times New Roman"/>
            </a:endParaRPr>
          </a:p>
        </p:txBody>
      </p:sp>
      <p:sp>
        <p:nvSpPr>
          <p:cNvPr id="90" name="Google Shape;90;p1"/>
          <p:cNvSpPr txBox="1">
            <a:spLocks noGrp="1"/>
          </p:cNvSpPr>
          <p:nvPr>
            <p:ph type="ctrTitle"/>
          </p:nvPr>
        </p:nvSpPr>
        <p:spPr>
          <a:xfrm>
            <a:off x="4724400" y="857158"/>
            <a:ext cx="34676966" cy="1476218"/>
          </a:xfrm>
          <a:prstGeom prst="rect">
            <a:avLst/>
          </a:prstGeom>
          <a:noFill/>
          <a:ln>
            <a:noFill/>
          </a:ln>
        </p:spPr>
        <p:txBody>
          <a:bodyPr spcFirstLastPara="1" wrap="square" lIns="91425" tIns="45700" rIns="91425" bIns="45700" anchor="b" anchorCtr="0">
            <a:noAutofit/>
          </a:bodyPr>
          <a:lstStyle/>
          <a:p>
            <a:pPr marL="0" lvl="0" indent="0" rtl="0">
              <a:lnSpc>
                <a:spcPct val="90000"/>
              </a:lnSpc>
              <a:spcBef>
                <a:spcPts val="0"/>
              </a:spcBef>
              <a:spcAft>
                <a:spcPts val="0"/>
              </a:spcAft>
              <a:buClr>
                <a:schemeClr val="lt1"/>
              </a:buClr>
              <a:buSzPts val="8800"/>
              <a:buFont typeface="Times New Roman"/>
              <a:buNone/>
            </a:pPr>
            <a:r>
              <a:rPr lang="en-US" sz="7600" dirty="0">
                <a:solidFill>
                  <a:schemeClr val="lt1"/>
                </a:solidFill>
                <a:latin typeface="Trebuchet MS"/>
                <a:ea typeface="Trebuchet MS"/>
                <a:cs typeface="Trebuchet MS"/>
                <a:sym typeface="Trebuchet MS"/>
              </a:rPr>
              <a:t>A Functional Indoor Testbed for 2D Vector Field Multirobot Adaptive Navigation</a:t>
            </a:r>
            <a:endParaRPr lang="en-US" sz="7600" dirty="0">
              <a:latin typeface="Trebuchet MS"/>
              <a:ea typeface="Trebuchet MS"/>
              <a:cs typeface="Trebuchet MS"/>
              <a:sym typeface="Trebuchet MS"/>
            </a:endParaRPr>
          </a:p>
        </p:txBody>
      </p:sp>
      <p:sp>
        <p:nvSpPr>
          <p:cNvPr id="91" name="Google Shape;91;p1"/>
          <p:cNvSpPr txBox="1"/>
          <p:nvPr/>
        </p:nvSpPr>
        <p:spPr>
          <a:xfrm>
            <a:off x="24067239" y="2485992"/>
            <a:ext cx="184731" cy="101566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6000" b="0" i="0" u="none" strike="noStrike" cap="none">
              <a:solidFill>
                <a:schemeClr val="dk1"/>
              </a:solidFill>
              <a:latin typeface="Times New Roman"/>
              <a:ea typeface="Times New Roman"/>
              <a:cs typeface="Times New Roman"/>
              <a:sym typeface="Times New Roman"/>
            </a:endParaRPr>
          </a:p>
        </p:txBody>
      </p:sp>
      <p:sp>
        <p:nvSpPr>
          <p:cNvPr id="92" name="Google Shape;92;p1"/>
          <p:cNvSpPr txBox="1"/>
          <p:nvPr/>
        </p:nvSpPr>
        <p:spPr>
          <a:xfrm>
            <a:off x="12259264" y="2498879"/>
            <a:ext cx="18232800" cy="1600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900" dirty="0">
                <a:solidFill>
                  <a:schemeClr val="lt1"/>
                </a:solidFill>
                <a:latin typeface="Trebuchet MS"/>
                <a:ea typeface="Trebuchet MS"/>
                <a:cs typeface="Trebuchet MS"/>
                <a:sym typeface="Trebuchet MS"/>
              </a:rPr>
              <a:t>Christopher Waight</a:t>
            </a:r>
            <a:endParaRPr sz="4900" dirty="0">
              <a:latin typeface="Trebuchet MS"/>
              <a:ea typeface="Trebuchet MS"/>
              <a:cs typeface="Trebuchet MS"/>
              <a:sym typeface="Trebuchet MS"/>
            </a:endParaRPr>
          </a:p>
          <a:p>
            <a:pPr marL="0" marR="0" lvl="0" indent="0" algn="ctr" rtl="0">
              <a:spcBef>
                <a:spcPts val="0"/>
              </a:spcBef>
              <a:spcAft>
                <a:spcPts val="0"/>
              </a:spcAft>
              <a:buNone/>
            </a:pPr>
            <a:r>
              <a:rPr lang="en-US" sz="4900" i="0" u="none" strike="noStrike" cap="none" dirty="0">
                <a:solidFill>
                  <a:schemeClr val="lt1"/>
                </a:solidFill>
                <a:latin typeface="Trebuchet MS"/>
                <a:ea typeface="Trebuchet MS"/>
                <a:cs typeface="Trebuchet MS"/>
                <a:sym typeface="Trebuchet MS"/>
              </a:rPr>
              <a:t>Advisor: Dr. Christopher Kitts</a:t>
            </a:r>
            <a:endParaRPr sz="4900" i="0" u="none" strike="noStrike" cap="none" dirty="0">
              <a:solidFill>
                <a:schemeClr val="dk1"/>
              </a:solidFill>
              <a:latin typeface="Trebuchet MS"/>
              <a:ea typeface="Trebuchet MS"/>
              <a:cs typeface="Trebuchet MS"/>
              <a:sym typeface="Trebuchet MS"/>
            </a:endParaRPr>
          </a:p>
        </p:txBody>
      </p:sp>
      <p:pic>
        <p:nvPicPr>
          <p:cNvPr id="93" name="Google Shape;93;p1"/>
          <p:cNvPicPr preferRelativeResize="0"/>
          <p:nvPr/>
        </p:nvPicPr>
        <p:blipFill rotWithShape="1">
          <a:blip r:embed="rId3">
            <a:alphaModFix/>
          </a:blip>
          <a:srcRect/>
          <a:stretch/>
        </p:blipFill>
        <p:spPr>
          <a:xfrm>
            <a:off x="40027487" y="999220"/>
            <a:ext cx="2532888" cy="3026664"/>
          </a:xfrm>
          <a:prstGeom prst="rect">
            <a:avLst/>
          </a:prstGeom>
          <a:noFill/>
          <a:ln>
            <a:noFill/>
          </a:ln>
        </p:spPr>
      </p:pic>
      <p:pic>
        <p:nvPicPr>
          <p:cNvPr id="94" name="Google Shape;94;p1"/>
          <p:cNvPicPr preferRelativeResize="0"/>
          <p:nvPr/>
        </p:nvPicPr>
        <p:blipFill rotWithShape="1">
          <a:blip r:embed="rId4">
            <a:alphaModFix/>
          </a:blip>
          <a:srcRect/>
          <a:stretch/>
        </p:blipFill>
        <p:spPr>
          <a:xfrm>
            <a:off x="1342251" y="1092337"/>
            <a:ext cx="2904994" cy="2904994"/>
          </a:xfrm>
          <a:prstGeom prst="ellipse">
            <a:avLst/>
          </a:prstGeom>
          <a:noFill/>
          <a:ln>
            <a:noFill/>
          </a:ln>
        </p:spPr>
      </p:pic>
      <p:sp>
        <p:nvSpPr>
          <p:cNvPr id="97" name="Google Shape;97;p1"/>
          <p:cNvSpPr/>
          <p:nvPr/>
        </p:nvSpPr>
        <p:spPr>
          <a:xfrm>
            <a:off x="34259778" y="5355696"/>
            <a:ext cx="9174221" cy="9323586"/>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100" name="Google Shape;100;p1"/>
          <p:cNvSpPr/>
          <p:nvPr/>
        </p:nvSpPr>
        <p:spPr>
          <a:xfrm>
            <a:off x="10445431" y="5332140"/>
            <a:ext cx="10965000" cy="27129059"/>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imes New Roman"/>
              <a:ea typeface="Times New Roman"/>
              <a:cs typeface="Times New Roman"/>
              <a:sym typeface="Times New Roman"/>
            </a:endParaRPr>
          </a:p>
        </p:txBody>
      </p:sp>
      <p:sp>
        <p:nvSpPr>
          <p:cNvPr id="101" name="Google Shape;101;p1"/>
          <p:cNvSpPr txBox="1"/>
          <p:nvPr/>
        </p:nvSpPr>
        <p:spPr>
          <a:xfrm>
            <a:off x="11261213" y="6817447"/>
            <a:ext cx="10103700" cy="830956"/>
          </a:xfrm>
          <a:prstGeom prst="rect">
            <a:avLst/>
          </a:prstGeom>
          <a:noFill/>
          <a:ln>
            <a:noFill/>
          </a:ln>
        </p:spPr>
        <p:txBody>
          <a:bodyPr spcFirstLastPara="1" wrap="square" lIns="91425" tIns="45700" rIns="91425" bIns="45700" anchor="t" anchorCtr="0">
            <a:spAutoFit/>
          </a:bodyPr>
          <a:lstStyle/>
          <a:p>
            <a:pPr marL="1371600" lvl="0" indent="457200" algn="l" rtl="0">
              <a:spcBef>
                <a:spcPts val="0"/>
              </a:spcBef>
              <a:spcAft>
                <a:spcPts val="0"/>
              </a:spcAft>
              <a:buNone/>
            </a:pPr>
            <a:r>
              <a:rPr lang="en-US" sz="4800" b="1" dirty="0">
                <a:solidFill>
                  <a:srgbClr val="0070C0"/>
                </a:solidFill>
                <a:latin typeface="Trebuchet MS"/>
                <a:ea typeface="Trebuchet MS"/>
                <a:cs typeface="Trebuchet MS"/>
                <a:sym typeface="Trebuchet MS"/>
              </a:rPr>
              <a:t>	</a:t>
            </a:r>
            <a:r>
              <a:rPr lang="en-US" sz="4800" b="1" dirty="0" err="1">
                <a:solidFill>
                  <a:srgbClr val="0070C0"/>
                </a:solidFill>
                <a:latin typeface="Trebuchet MS"/>
                <a:ea typeface="Trebuchet MS"/>
                <a:cs typeface="Trebuchet MS"/>
                <a:sym typeface="Trebuchet MS"/>
              </a:rPr>
              <a:t>Decabot</a:t>
            </a:r>
            <a:endParaRPr lang="en-US" sz="1800" dirty="0">
              <a:latin typeface="Trebuchet MS"/>
              <a:ea typeface="Trebuchet MS"/>
              <a:cs typeface="Trebuchet MS"/>
              <a:sym typeface="Trebuchet MS"/>
            </a:endParaRPr>
          </a:p>
        </p:txBody>
      </p:sp>
      <p:sp>
        <p:nvSpPr>
          <p:cNvPr id="104" name="Google Shape;104;p1"/>
          <p:cNvSpPr/>
          <p:nvPr/>
        </p:nvSpPr>
        <p:spPr>
          <a:xfrm>
            <a:off x="488238" y="5322360"/>
            <a:ext cx="9129895" cy="7476689"/>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7" name="Google Shape;107;p1"/>
          <p:cNvSpPr txBox="1"/>
          <p:nvPr/>
        </p:nvSpPr>
        <p:spPr>
          <a:xfrm>
            <a:off x="500514" y="5332708"/>
            <a:ext cx="9117619" cy="1323399"/>
          </a:xfrm>
          <a:prstGeom prst="rect">
            <a:avLst/>
          </a:prstGeom>
          <a:solidFill>
            <a:srgbClr val="B94747"/>
          </a:solidFill>
          <a:ln w="5715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0" dirty="0">
                <a:solidFill>
                  <a:schemeClr val="lt1"/>
                </a:solidFill>
                <a:latin typeface="Trebuchet MS"/>
                <a:ea typeface="Trebuchet MS"/>
                <a:cs typeface="Trebuchet MS"/>
                <a:sym typeface="Trebuchet MS"/>
              </a:rPr>
              <a:t>Background</a:t>
            </a:r>
            <a:endParaRPr dirty="0">
              <a:latin typeface="Trebuchet MS"/>
              <a:ea typeface="Trebuchet MS"/>
              <a:cs typeface="Trebuchet MS"/>
              <a:sym typeface="Trebuchet MS"/>
            </a:endParaRPr>
          </a:p>
        </p:txBody>
      </p:sp>
      <p:sp>
        <p:nvSpPr>
          <p:cNvPr id="110" name="Google Shape;110;p1"/>
          <p:cNvSpPr txBox="1"/>
          <p:nvPr/>
        </p:nvSpPr>
        <p:spPr>
          <a:xfrm>
            <a:off x="684376" y="7057084"/>
            <a:ext cx="8796896" cy="5460301"/>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a:lnSpc>
                <a:spcPct val="114000"/>
              </a:lnSpc>
            </a:pPr>
            <a:r>
              <a:rPr lang="en-US" sz="3400" b="1" dirty="0">
                <a:solidFill>
                  <a:schemeClr val="dk1"/>
                </a:solidFill>
                <a:highlight>
                  <a:srgbClr val="FFFFFF"/>
                </a:highlight>
                <a:latin typeface="+mj-lt"/>
              </a:rPr>
              <a:t>Autonomous Navigation</a:t>
            </a:r>
            <a:r>
              <a:rPr lang="en-US" sz="3400" dirty="0">
                <a:solidFill>
                  <a:schemeClr val="dk1"/>
                </a:solidFill>
                <a:highlight>
                  <a:srgbClr val="FFFFFF"/>
                </a:highlight>
                <a:latin typeface="+mj-lt"/>
              </a:rPr>
              <a:t> of </a:t>
            </a:r>
            <a:r>
              <a:rPr lang="en-US" sz="3400" b="1" dirty="0">
                <a:solidFill>
                  <a:schemeClr val="dk1"/>
                </a:solidFill>
                <a:highlight>
                  <a:srgbClr val="FFFFFF"/>
                </a:highlight>
                <a:latin typeface="+mj-lt"/>
              </a:rPr>
              <a:t>Multirobot Systems (MRS)</a:t>
            </a:r>
            <a:r>
              <a:rPr lang="en-US" sz="3400" dirty="0">
                <a:solidFill>
                  <a:schemeClr val="dk1"/>
                </a:solidFill>
                <a:highlight>
                  <a:srgbClr val="FFFFFF"/>
                </a:highlight>
                <a:latin typeface="+mj-lt"/>
              </a:rPr>
              <a:t> in physical vector fields is crucial for applications in harsh or communication-denied environments, including disaster response, environmental monitoring, and extraterrestrial exploration. While adaptive navigation in scalar fields is well-established, extending these methods to vector fields presents significant challenges.</a:t>
            </a:r>
          </a:p>
        </p:txBody>
      </p:sp>
      <p:sp>
        <p:nvSpPr>
          <p:cNvPr id="112" name="Google Shape;112;p1"/>
          <p:cNvSpPr txBox="1"/>
          <p:nvPr/>
        </p:nvSpPr>
        <p:spPr>
          <a:xfrm>
            <a:off x="648829" y="14993510"/>
            <a:ext cx="8742786" cy="9038973"/>
          </a:xfrm>
          <a:prstGeom prst="rect">
            <a:avLst/>
          </a:prstGeom>
          <a:noFill/>
          <a:ln>
            <a:noFill/>
          </a:ln>
        </p:spPr>
        <p:txBody>
          <a:bodyPr spcFirstLastPara="1" wrap="square" lIns="91425" tIns="45700" rIns="91425" bIns="45700" anchor="t" anchorCtr="0">
            <a:spAutoFit/>
          </a:bodyPr>
          <a:lstStyle/>
          <a:p>
            <a:pPr lvl="0">
              <a:lnSpc>
                <a:spcPct val="114000"/>
              </a:lnSpc>
              <a:buSzPts val="3600"/>
            </a:pPr>
            <a:r>
              <a:rPr lang="en-US" sz="3400" b="1" dirty="0">
                <a:solidFill>
                  <a:schemeClr val="dk1"/>
                </a:solidFill>
                <a:highlight>
                  <a:srgbClr val="FFFFFF"/>
                </a:highlight>
                <a:latin typeface="+mj-lt"/>
                <a:sym typeface="Trebuchet MS"/>
              </a:rPr>
              <a:t>Vector Field </a:t>
            </a:r>
            <a:r>
              <a:rPr lang="en-US" sz="3400" dirty="0">
                <a:solidFill>
                  <a:schemeClr val="dk1"/>
                </a:solidFill>
                <a:highlight>
                  <a:srgbClr val="FFFFFF"/>
                </a:highlight>
                <a:latin typeface="+mj-lt"/>
                <a:sym typeface="Trebuchet MS"/>
              </a:rPr>
              <a:t>environments</a:t>
            </a:r>
            <a:r>
              <a:rPr lang="en-US" sz="3400" b="1" dirty="0">
                <a:solidFill>
                  <a:schemeClr val="dk1"/>
                </a:solidFill>
                <a:highlight>
                  <a:srgbClr val="FFFFFF"/>
                </a:highlight>
                <a:latin typeface="+mj-lt"/>
                <a:sym typeface="Trebuchet MS"/>
              </a:rPr>
              <a:t> </a:t>
            </a:r>
            <a:r>
              <a:rPr lang="en-US" sz="3400" dirty="0">
                <a:solidFill>
                  <a:schemeClr val="dk1"/>
                </a:solidFill>
                <a:highlight>
                  <a:srgbClr val="FFFFFF"/>
                </a:highlight>
                <a:latin typeface="+mj-lt"/>
                <a:sym typeface="Trebuchet MS"/>
              </a:rPr>
              <a:t>are often dynamic and have features of interest that change location with time, necessitates </a:t>
            </a:r>
            <a:r>
              <a:rPr lang="en-US" sz="3400" b="1" dirty="0">
                <a:solidFill>
                  <a:schemeClr val="dk1"/>
                </a:solidFill>
                <a:highlight>
                  <a:srgbClr val="FFFFFF"/>
                </a:highlight>
                <a:latin typeface="+mj-lt"/>
                <a:sym typeface="Trebuchet MS"/>
              </a:rPr>
              <a:t>Adaptive Control</a:t>
            </a:r>
            <a:r>
              <a:rPr lang="en-US" sz="3400" dirty="0">
                <a:solidFill>
                  <a:schemeClr val="dk1"/>
                </a:solidFill>
                <a:highlight>
                  <a:srgbClr val="FFFFFF"/>
                </a:highlight>
                <a:latin typeface="+mj-lt"/>
                <a:sym typeface="Trebuchet MS"/>
              </a:rPr>
              <a:t> laws. Further challenges arise when bridging the gap from experimental results in </a:t>
            </a:r>
            <a:r>
              <a:rPr lang="en-US" sz="3400" b="1" dirty="0">
                <a:solidFill>
                  <a:schemeClr val="dk1"/>
                </a:solidFill>
                <a:highlight>
                  <a:srgbClr val="FFFFFF"/>
                </a:highlight>
                <a:latin typeface="+mj-lt"/>
                <a:sym typeface="Trebuchet MS"/>
              </a:rPr>
              <a:t>Simulation to real </a:t>
            </a:r>
            <a:r>
              <a:rPr lang="en-US" sz="3400" dirty="0">
                <a:solidFill>
                  <a:schemeClr val="dk1"/>
                </a:solidFill>
                <a:highlight>
                  <a:srgbClr val="FFFFFF"/>
                </a:highlight>
                <a:latin typeface="+mj-lt"/>
                <a:sym typeface="Trebuchet MS"/>
              </a:rPr>
              <a:t>world test environment.</a:t>
            </a:r>
          </a:p>
          <a:p>
            <a:pPr lvl="0">
              <a:lnSpc>
                <a:spcPct val="114000"/>
              </a:lnSpc>
              <a:buSzPts val="3600"/>
            </a:pPr>
            <a:endParaRPr lang="en-US" sz="3400" dirty="0">
              <a:solidFill>
                <a:schemeClr val="dk1"/>
              </a:solidFill>
              <a:highlight>
                <a:srgbClr val="FFFFFF"/>
              </a:highlight>
              <a:latin typeface="+mj-lt"/>
              <a:sym typeface="Trebuchet MS"/>
            </a:endParaRPr>
          </a:p>
          <a:p>
            <a:pPr lvl="0">
              <a:lnSpc>
                <a:spcPct val="114000"/>
              </a:lnSpc>
              <a:buSzPts val="3600"/>
            </a:pPr>
            <a:r>
              <a:rPr lang="en-US" sz="3400" dirty="0">
                <a:solidFill>
                  <a:schemeClr val="dk1"/>
                </a:solidFill>
                <a:highlight>
                  <a:srgbClr val="FFFFFF"/>
                </a:highlight>
                <a:latin typeface="+mj-lt"/>
                <a:sym typeface="Trebuchet MS"/>
              </a:rPr>
              <a:t>Prior work at SCU has demonstrated a test bed using different channels to RGB sensors to represent different vectors. This approach suffered from channel interference, and low sampling frequency, limiting the test beds accuracy and dynamic capabilities</a:t>
            </a:r>
          </a:p>
        </p:txBody>
      </p:sp>
      <p:sp>
        <p:nvSpPr>
          <p:cNvPr id="113" name="Google Shape;113;p1"/>
          <p:cNvSpPr txBox="1"/>
          <p:nvPr/>
        </p:nvSpPr>
        <p:spPr>
          <a:xfrm>
            <a:off x="35078274" y="20635206"/>
            <a:ext cx="81837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a:p>
        </p:txBody>
      </p:sp>
      <p:sp>
        <p:nvSpPr>
          <p:cNvPr id="118" name="Google Shape;118;p1"/>
          <p:cNvSpPr txBox="1"/>
          <p:nvPr/>
        </p:nvSpPr>
        <p:spPr>
          <a:xfrm>
            <a:off x="10805022" y="10474344"/>
            <a:ext cx="10292413" cy="954077"/>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r>
              <a:rPr lang="en-US" sz="2500" b="1" dirty="0">
                <a:solidFill>
                  <a:schemeClr val="dk1"/>
                </a:solidFill>
                <a:highlight>
                  <a:srgbClr val="FFFFFF"/>
                </a:highlight>
                <a:latin typeface="+mj-lt"/>
                <a:sym typeface="Times New Roman"/>
              </a:rPr>
              <a:t>Fig 1. </a:t>
            </a:r>
            <a:r>
              <a:rPr lang="en-US" sz="2500" b="1" dirty="0" err="1">
                <a:solidFill>
                  <a:schemeClr val="dk1"/>
                </a:solidFill>
                <a:highlight>
                  <a:srgbClr val="FFFFFF"/>
                </a:highlight>
                <a:latin typeface="+mj-lt"/>
                <a:sym typeface="Times New Roman"/>
              </a:rPr>
              <a:t>Decabot</a:t>
            </a:r>
            <a:r>
              <a:rPr lang="en-US" sz="2500" b="1" dirty="0">
                <a:solidFill>
                  <a:schemeClr val="dk1"/>
                </a:solidFill>
                <a:highlight>
                  <a:srgbClr val="FFFFFF"/>
                </a:highlight>
                <a:latin typeface="+mj-lt"/>
                <a:sym typeface="Times New Roman"/>
              </a:rPr>
              <a:t>, SCU’s omnidirectional rover equipped with an RGB Sensor</a:t>
            </a:r>
            <a:endParaRPr sz="2500" b="1" dirty="0">
              <a:solidFill>
                <a:schemeClr val="dk1"/>
              </a:solidFill>
              <a:highlight>
                <a:srgbClr val="FFFFFF"/>
              </a:highlight>
              <a:latin typeface="+mj-lt"/>
              <a:sym typeface="Times New Roman"/>
            </a:endParaRPr>
          </a:p>
        </p:txBody>
      </p:sp>
      <p:sp>
        <p:nvSpPr>
          <p:cNvPr id="3" name="Google Shape;101;p1">
            <a:extLst>
              <a:ext uri="{FF2B5EF4-FFF2-40B4-BE49-F238E27FC236}">
                <a16:creationId xmlns:a16="http://schemas.microsoft.com/office/drawing/2014/main" id="{8B7B8DAE-1EC3-FD4B-7A05-BF04F55BC7D8}"/>
              </a:ext>
            </a:extLst>
          </p:cNvPr>
          <p:cNvSpPr txBox="1"/>
          <p:nvPr/>
        </p:nvSpPr>
        <p:spPr>
          <a:xfrm>
            <a:off x="10503324" y="11581037"/>
            <a:ext cx="10103700" cy="1046400"/>
          </a:xfrm>
          <a:prstGeom prst="rect">
            <a:avLst/>
          </a:prstGeom>
          <a:noFill/>
          <a:ln>
            <a:noFill/>
          </a:ln>
        </p:spPr>
        <p:txBody>
          <a:bodyPr spcFirstLastPara="1" wrap="square" lIns="91425" tIns="45700" rIns="91425" bIns="45700" anchor="t" anchorCtr="0">
            <a:spAutoFit/>
          </a:bodyPr>
          <a:lstStyle/>
          <a:p>
            <a:pPr marL="1371600" lvl="0" indent="457200" algn="l" rtl="0">
              <a:spcBef>
                <a:spcPts val="0"/>
              </a:spcBef>
              <a:spcAft>
                <a:spcPts val="0"/>
              </a:spcAft>
              <a:buNone/>
            </a:pPr>
            <a:r>
              <a:rPr lang="en-US" sz="4800" b="1" dirty="0">
                <a:solidFill>
                  <a:srgbClr val="0070C0"/>
                </a:solidFill>
                <a:latin typeface="Trebuchet MS"/>
                <a:ea typeface="Trebuchet MS"/>
                <a:cs typeface="Trebuchet MS"/>
                <a:sym typeface="Trebuchet MS"/>
              </a:rPr>
              <a:t>Color Space and Tuning</a:t>
            </a:r>
            <a:endParaRPr sz="1800" dirty="0">
              <a:latin typeface="Trebuchet MS"/>
              <a:ea typeface="Trebuchet MS"/>
              <a:cs typeface="Trebuchet MS"/>
              <a:sym typeface="Trebuchet MS"/>
            </a:endParaRPr>
          </a:p>
          <a:p>
            <a:pPr marL="0" marR="0" lvl="0" indent="0" algn="ctr" rtl="0">
              <a:spcBef>
                <a:spcPts val="0"/>
              </a:spcBef>
              <a:spcAft>
                <a:spcPts val="0"/>
              </a:spcAft>
              <a:buNone/>
            </a:pPr>
            <a:endParaRPr dirty="0"/>
          </a:p>
        </p:txBody>
      </p:sp>
      <p:pic>
        <p:nvPicPr>
          <p:cNvPr id="14" name="Picture 13">
            <a:extLst>
              <a:ext uri="{FF2B5EF4-FFF2-40B4-BE49-F238E27FC236}">
                <a16:creationId xmlns:a16="http://schemas.microsoft.com/office/drawing/2014/main" id="{CB33B9A5-04D6-1FDB-B8CF-9A6B637CB5CA}"/>
              </a:ext>
            </a:extLst>
          </p:cNvPr>
          <p:cNvPicPr>
            <a:picLocks noChangeAspect="1"/>
          </p:cNvPicPr>
          <p:nvPr/>
        </p:nvPicPr>
        <p:blipFill>
          <a:blip r:embed="rId5"/>
          <a:stretch>
            <a:fillRect/>
          </a:stretch>
        </p:blipFill>
        <p:spPr>
          <a:xfrm>
            <a:off x="12573626" y="19443029"/>
            <a:ext cx="6032060" cy="1750153"/>
          </a:xfrm>
          <a:prstGeom prst="rect">
            <a:avLst/>
          </a:prstGeom>
        </p:spPr>
      </p:pic>
      <p:sp>
        <p:nvSpPr>
          <p:cNvPr id="5" name="Google Shape;101;p1">
            <a:extLst>
              <a:ext uri="{FF2B5EF4-FFF2-40B4-BE49-F238E27FC236}">
                <a16:creationId xmlns:a16="http://schemas.microsoft.com/office/drawing/2014/main" id="{34AF0623-CF08-E55F-3FDF-37B4726EE2D0}"/>
              </a:ext>
            </a:extLst>
          </p:cNvPr>
          <p:cNvSpPr txBox="1"/>
          <p:nvPr/>
        </p:nvSpPr>
        <p:spPr>
          <a:xfrm>
            <a:off x="10537806" y="26979637"/>
            <a:ext cx="10103700" cy="1046400"/>
          </a:xfrm>
          <a:prstGeom prst="rect">
            <a:avLst/>
          </a:prstGeom>
          <a:noFill/>
          <a:ln>
            <a:noFill/>
          </a:ln>
        </p:spPr>
        <p:txBody>
          <a:bodyPr spcFirstLastPara="1" wrap="square" lIns="91425" tIns="45700" rIns="91425" bIns="45700" anchor="t" anchorCtr="0">
            <a:spAutoFit/>
          </a:bodyPr>
          <a:lstStyle/>
          <a:p>
            <a:pPr marL="1371600" lvl="0" indent="457200" algn="l" rtl="0">
              <a:spcBef>
                <a:spcPts val="0"/>
              </a:spcBef>
              <a:spcAft>
                <a:spcPts val="0"/>
              </a:spcAft>
              <a:buNone/>
            </a:pPr>
            <a:r>
              <a:rPr lang="en-US" sz="4800" b="1" dirty="0" err="1">
                <a:solidFill>
                  <a:srgbClr val="0070C0"/>
                </a:solidFill>
                <a:latin typeface="Trebuchet MS"/>
                <a:ea typeface="Trebuchet MS"/>
                <a:cs typeface="Trebuchet MS"/>
                <a:sym typeface="Trebuchet MS"/>
              </a:rPr>
              <a:t>OptiTrack</a:t>
            </a:r>
            <a:r>
              <a:rPr lang="en-US" sz="4800" b="1" dirty="0">
                <a:solidFill>
                  <a:srgbClr val="0070C0"/>
                </a:solidFill>
                <a:latin typeface="Trebuchet MS"/>
                <a:ea typeface="Trebuchet MS"/>
                <a:cs typeface="Trebuchet MS"/>
                <a:sym typeface="Trebuchet MS"/>
              </a:rPr>
              <a:t> for Verification</a:t>
            </a:r>
            <a:endParaRPr sz="1800" dirty="0">
              <a:latin typeface="Trebuchet MS"/>
              <a:ea typeface="Trebuchet MS"/>
              <a:cs typeface="Trebuchet MS"/>
              <a:sym typeface="Trebuchet MS"/>
            </a:endParaRPr>
          </a:p>
          <a:p>
            <a:pPr marL="0" marR="0" lvl="0" indent="0" algn="ctr" rtl="0">
              <a:spcBef>
                <a:spcPts val="0"/>
              </a:spcBef>
              <a:spcAft>
                <a:spcPts val="0"/>
              </a:spcAft>
              <a:buNone/>
            </a:pPr>
            <a:endParaRPr dirty="0"/>
          </a:p>
        </p:txBody>
      </p:sp>
      <p:sp>
        <p:nvSpPr>
          <p:cNvPr id="8" name="Google Shape;88;p1">
            <a:extLst>
              <a:ext uri="{FF2B5EF4-FFF2-40B4-BE49-F238E27FC236}">
                <a16:creationId xmlns:a16="http://schemas.microsoft.com/office/drawing/2014/main" id="{0FB0C5C9-C40F-F763-0F5F-3B282423EDFB}"/>
              </a:ext>
            </a:extLst>
          </p:cNvPr>
          <p:cNvSpPr/>
          <p:nvPr/>
        </p:nvSpPr>
        <p:spPr>
          <a:xfrm>
            <a:off x="423605" y="24632280"/>
            <a:ext cx="9193234" cy="7787728"/>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 name="Google Shape;112;p1">
            <a:extLst>
              <a:ext uri="{FF2B5EF4-FFF2-40B4-BE49-F238E27FC236}">
                <a16:creationId xmlns:a16="http://schemas.microsoft.com/office/drawing/2014/main" id="{1D8221E5-B7D5-06CE-D650-A6FDBF87B9CF}"/>
              </a:ext>
            </a:extLst>
          </p:cNvPr>
          <p:cNvSpPr txBox="1"/>
          <p:nvPr/>
        </p:nvSpPr>
        <p:spPr>
          <a:xfrm>
            <a:off x="648829" y="26314501"/>
            <a:ext cx="8742786" cy="7390188"/>
          </a:xfrm>
          <a:prstGeom prst="rect">
            <a:avLst/>
          </a:prstGeom>
          <a:noFill/>
          <a:ln>
            <a:noFill/>
          </a:ln>
        </p:spPr>
        <p:txBody>
          <a:bodyPr spcFirstLastPara="1" wrap="square" lIns="91425" tIns="45700" rIns="91425" bIns="45700" anchor="t" anchorCtr="0">
            <a:spAutoFit/>
          </a:bodyPr>
          <a:lstStyle/>
          <a:p>
            <a:pPr lvl="0">
              <a:lnSpc>
                <a:spcPct val="114000"/>
              </a:lnSpc>
              <a:buSzPts val="3600"/>
            </a:pPr>
            <a:r>
              <a:rPr lang="en-US" sz="3400" dirty="0">
                <a:solidFill>
                  <a:schemeClr val="dk1"/>
                </a:solidFill>
                <a:highlight>
                  <a:srgbClr val="FFFFFF"/>
                </a:highlight>
                <a:latin typeface="+mj-lt"/>
                <a:sym typeface="Trebuchet MS"/>
              </a:rPr>
              <a:t>To develop and validate a new indoor test bed for MRS adaptive navigation in vector field environments. This test bed must:</a:t>
            </a:r>
          </a:p>
          <a:p>
            <a:pPr lvl="0">
              <a:lnSpc>
                <a:spcPct val="114000"/>
              </a:lnSpc>
              <a:buSzPts val="3600"/>
            </a:pPr>
            <a:endParaRPr lang="en-US" sz="3400" dirty="0">
              <a:solidFill>
                <a:schemeClr val="dk1"/>
              </a:solidFill>
              <a:highlight>
                <a:srgbClr val="FFFFFF"/>
              </a:highlight>
              <a:latin typeface="+mj-lt"/>
              <a:sym typeface="Trebuchet MS"/>
            </a:endParaRPr>
          </a:p>
          <a:p>
            <a:pPr marL="742950" lvl="0" indent="-742950">
              <a:lnSpc>
                <a:spcPct val="114000"/>
              </a:lnSpc>
              <a:buSzPts val="3600"/>
              <a:buAutoNum type="arabicParenR"/>
            </a:pPr>
            <a:r>
              <a:rPr lang="en-US" sz="3400" dirty="0">
                <a:solidFill>
                  <a:schemeClr val="dk1"/>
                </a:solidFill>
                <a:highlight>
                  <a:srgbClr val="FFFFFF"/>
                </a:highlight>
                <a:latin typeface="+mj-lt"/>
                <a:sym typeface="Trebuchet MS"/>
              </a:rPr>
              <a:t>Accurately represent all vector directions across a wide range of magnitudes.</a:t>
            </a:r>
          </a:p>
          <a:p>
            <a:pPr marL="742950" lvl="0" indent="-742950">
              <a:lnSpc>
                <a:spcPct val="114000"/>
              </a:lnSpc>
              <a:buSzPts val="3600"/>
              <a:buAutoNum type="arabicParenR"/>
            </a:pPr>
            <a:r>
              <a:rPr lang="en-US" sz="3400" dirty="0">
                <a:solidFill>
                  <a:schemeClr val="dk1"/>
                </a:solidFill>
                <a:highlight>
                  <a:srgbClr val="FFFFFF"/>
                </a:highlight>
                <a:latin typeface="+mj-lt"/>
                <a:sym typeface="Trebuchet MS"/>
              </a:rPr>
              <a:t>Allow for continuous robot motion.</a:t>
            </a:r>
          </a:p>
          <a:p>
            <a:pPr marL="742950" lvl="0" indent="-742950">
              <a:lnSpc>
                <a:spcPct val="114000"/>
              </a:lnSpc>
              <a:buSzPts val="3600"/>
              <a:buAutoNum type="arabicParenR"/>
            </a:pPr>
            <a:r>
              <a:rPr lang="en-US" sz="3400" dirty="0">
                <a:solidFill>
                  <a:schemeClr val="dk1"/>
                </a:solidFill>
                <a:highlight>
                  <a:srgbClr val="FFFFFF"/>
                </a:highlight>
                <a:latin typeface="+mj-lt"/>
                <a:sym typeface="Trebuchet MS"/>
              </a:rPr>
              <a:t>Have multi-robot capabilities.</a:t>
            </a:r>
          </a:p>
          <a:p>
            <a:pPr marL="742950" lvl="0" indent="-742950">
              <a:lnSpc>
                <a:spcPct val="114000"/>
              </a:lnSpc>
              <a:buSzPts val="3600"/>
              <a:buAutoNum type="arabicParenR"/>
            </a:pPr>
            <a:r>
              <a:rPr lang="en-US" sz="3600" dirty="0">
                <a:solidFill>
                  <a:schemeClr val="dk1"/>
                </a:solidFill>
                <a:highlight>
                  <a:srgbClr val="FFFFFF"/>
                </a:highlight>
                <a:latin typeface="+mj-lt"/>
                <a:sym typeface="Trebuchet MS"/>
              </a:rPr>
              <a:t>Allow for verification in a quantifiable way.</a:t>
            </a:r>
          </a:p>
          <a:p>
            <a:pPr lvl="0">
              <a:lnSpc>
                <a:spcPct val="114000"/>
              </a:lnSpc>
              <a:buSzPts val="3600"/>
            </a:pPr>
            <a:endParaRPr lang="en-US" sz="3600" dirty="0">
              <a:solidFill>
                <a:schemeClr val="dk1"/>
              </a:solidFill>
              <a:highlight>
                <a:srgbClr val="FFFFFF"/>
              </a:highlight>
              <a:latin typeface="+mj-lt"/>
              <a:sym typeface="Trebuchet MS"/>
            </a:endParaRPr>
          </a:p>
          <a:p>
            <a:pPr lvl="0">
              <a:lnSpc>
                <a:spcPct val="114000"/>
              </a:lnSpc>
              <a:buSzPts val="3600"/>
            </a:pPr>
            <a:endParaRPr lang="en-US" sz="3600" dirty="0">
              <a:solidFill>
                <a:schemeClr val="dk1"/>
              </a:solidFill>
              <a:highlight>
                <a:srgbClr val="FFFFFF"/>
              </a:highlight>
              <a:latin typeface="+mj-lt"/>
              <a:sym typeface="Trebuchet MS"/>
            </a:endParaRPr>
          </a:p>
        </p:txBody>
      </p:sp>
      <p:sp>
        <p:nvSpPr>
          <p:cNvPr id="23" name="Google Shape;107;p1">
            <a:extLst>
              <a:ext uri="{FF2B5EF4-FFF2-40B4-BE49-F238E27FC236}">
                <a16:creationId xmlns:a16="http://schemas.microsoft.com/office/drawing/2014/main" id="{868069A8-4315-5310-35A9-6F189F349667}"/>
              </a:ext>
            </a:extLst>
          </p:cNvPr>
          <p:cNvSpPr txBox="1"/>
          <p:nvPr/>
        </p:nvSpPr>
        <p:spPr>
          <a:xfrm>
            <a:off x="10503324" y="5332141"/>
            <a:ext cx="10965000" cy="1323399"/>
          </a:xfrm>
          <a:prstGeom prst="rect">
            <a:avLst/>
          </a:prstGeom>
          <a:solidFill>
            <a:srgbClr val="B94747"/>
          </a:solidFill>
          <a:ln w="5715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0" dirty="0">
                <a:solidFill>
                  <a:schemeClr val="lt1"/>
                </a:solidFill>
                <a:latin typeface="Trebuchet MS"/>
                <a:ea typeface="Trebuchet MS"/>
                <a:cs typeface="Trebuchet MS"/>
                <a:sym typeface="Trebuchet MS"/>
              </a:rPr>
              <a:t>Test Bed Design</a:t>
            </a:r>
            <a:endParaRPr dirty="0">
              <a:latin typeface="Trebuchet MS"/>
              <a:ea typeface="Trebuchet MS"/>
              <a:cs typeface="Trebuchet MS"/>
              <a:sym typeface="Trebuchet MS"/>
            </a:endParaRPr>
          </a:p>
        </p:txBody>
      </p:sp>
      <p:sp>
        <p:nvSpPr>
          <p:cNvPr id="29" name="Google Shape;107;p1">
            <a:extLst>
              <a:ext uri="{FF2B5EF4-FFF2-40B4-BE49-F238E27FC236}">
                <a16:creationId xmlns:a16="http://schemas.microsoft.com/office/drawing/2014/main" id="{BA40C28E-F734-79CF-966E-2F8A55A3A97D}"/>
              </a:ext>
            </a:extLst>
          </p:cNvPr>
          <p:cNvSpPr txBox="1"/>
          <p:nvPr/>
        </p:nvSpPr>
        <p:spPr>
          <a:xfrm>
            <a:off x="34203706" y="5322361"/>
            <a:ext cx="9230293" cy="1323399"/>
          </a:xfrm>
          <a:prstGeom prst="rect">
            <a:avLst/>
          </a:prstGeom>
          <a:solidFill>
            <a:srgbClr val="B94747"/>
          </a:solidFill>
          <a:ln w="5715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0" dirty="0">
                <a:solidFill>
                  <a:schemeClr val="lt1"/>
                </a:solidFill>
                <a:latin typeface="Trebuchet MS"/>
                <a:ea typeface="Trebuchet MS"/>
                <a:cs typeface="Trebuchet MS"/>
                <a:sym typeface="Trebuchet MS"/>
              </a:rPr>
              <a:t>Significance</a:t>
            </a:r>
            <a:endParaRPr dirty="0">
              <a:latin typeface="Trebuchet MS"/>
              <a:ea typeface="Trebuchet MS"/>
              <a:cs typeface="Trebuchet MS"/>
              <a:sym typeface="Trebuchet MS"/>
            </a:endParaRPr>
          </a:p>
        </p:txBody>
      </p:sp>
      <p:sp>
        <p:nvSpPr>
          <p:cNvPr id="31" name="Google Shape;107;p1">
            <a:extLst>
              <a:ext uri="{FF2B5EF4-FFF2-40B4-BE49-F238E27FC236}">
                <a16:creationId xmlns:a16="http://schemas.microsoft.com/office/drawing/2014/main" id="{36EC76E7-17A9-32E2-E3C0-58100F95B898}"/>
              </a:ext>
            </a:extLst>
          </p:cNvPr>
          <p:cNvSpPr txBox="1"/>
          <p:nvPr/>
        </p:nvSpPr>
        <p:spPr>
          <a:xfrm>
            <a:off x="22353515" y="5314417"/>
            <a:ext cx="10965000" cy="1323399"/>
          </a:xfrm>
          <a:prstGeom prst="rect">
            <a:avLst/>
          </a:prstGeom>
          <a:solidFill>
            <a:srgbClr val="B94747"/>
          </a:solidFill>
          <a:ln w="5715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0" dirty="0">
                <a:solidFill>
                  <a:schemeClr val="lt1"/>
                </a:solidFill>
                <a:latin typeface="Trebuchet MS"/>
                <a:ea typeface="Trebuchet MS"/>
                <a:cs typeface="Trebuchet MS"/>
                <a:sym typeface="Trebuchet MS"/>
              </a:rPr>
              <a:t>Results</a:t>
            </a:r>
            <a:endParaRPr dirty="0">
              <a:latin typeface="Trebuchet MS"/>
              <a:ea typeface="Trebuchet MS"/>
              <a:cs typeface="Trebuchet MS"/>
              <a:sym typeface="Trebuchet MS"/>
            </a:endParaRPr>
          </a:p>
        </p:txBody>
      </p:sp>
      <p:sp>
        <p:nvSpPr>
          <p:cNvPr id="32" name="Google Shape;107;p1">
            <a:extLst>
              <a:ext uri="{FF2B5EF4-FFF2-40B4-BE49-F238E27FC236}">
                <a16:creationId xmlns:a16="http://schemas.microsoft.com/office/drawing/2014/main" id="{06A23B7D-99F4-737F-1002-47D3A929B771}"/>
              </a:ext>
            </a:extLst>
          </p:cNvPr>
          <p:cNvSpPr txBox="1"/>
          <p:nvPr/>
        </p:nvSpPr>
        <p:spPr>
          <a:xfrm>
            <a:off x="488238" y="13339097"/>
            <a:ext cx="9117619" cy="1323399"/>
          </a:xfrm>
          <a:prstGeom prst="rect">
            <a:avLst/>
          </a:prstGeom>
          <a:solidFill>
            <a:srgbClr val="B94747"/>
          </a:solidFill>
          <a:ln w="5715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0" dirty="0">
                <a:solidFill>
                  <a:schemeClr val="lt1"/>
                </a:solidFill>
                <a:latin typeface="Trebuchet MS"/>
                <a:ea typeface="Trebuchet MS"/>
                <a:cs typeface="Trebuchet MS"/>
                <a:sym typeface="Trebuchet MS"/>
              </a:rPr>
              <a:t>Problem</a:t>
            </a:r>
            <a:endParaRPr dirty="0">
              <a:latin typeface="Trebuchet MS"/>
              <a:ea typeface="Trebuchet MS"/>
              <a:cs typeface="Trebuchet MS"/>
              <a:sym typeface="Trebuchet MS"/>
            </a:endParaRPr>
          </a:p>
        </p:txBody>
      </p:sp>
      <p:sp>
        <p:nvSpPr>
          <p:cNvPr id="34" name="Google Shape;107;p1">
            <a:extLst>
              <a:ext uri="{FF2B5EF4-FFF2-40B4-BE49-F238E27FC236}">
                <a16:creationId xmlns:a16="http://schemas.microsoft.com/office/drawing/2014/main" id="{5F851019-7AC0-3162-7115-FE500E23EDDC}"/>
              </a:ext>
            </a:extLst>
          </p:cNvPr>
          <p:cNvSpPr txBox="1"/>
          <p:nvPr/>
        </p:nvSpPr>
        <p:spPr>
          <a:xfrm>
            <a:off x="449671" y="24632280"/>
            <a:ext cx="9167168" cy="1323399"/>
          </a:xfrm>
          <a:prstGeom prst="rect">
            <a:avLst/>
          </a:prstGeom>
          <a:solidFill>
            <a:srgbClr val="B94747"/>
          </a:solidFill>
          <a:ln w="5715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0" dirty="0">
                <a:solidFill>
                  <a:schemeClr val="lt1"/>
                </a:solidFill>
                <a:latin typeface="Trebuchet MS"/>
                <a:ea typeface="Trebuchet MS"/>
                <a:cs typeface="Trebuchet MS"/>
                <a:sym typeface="Trebuchet MS"/>
              </a:rPr>
              <a:t>Objective</a:t>
            </a:r>
            <a:endParaRPr dirty="0">
              <a:latin typeface="Trebuchet MS"/>
              <a:ea typeface="Trebuchet MS"/>
              <a:cs typeface="Trebuchet MS"/>
              <a:sym typeface="Trebuchet MS"/>
            </a:endParaRPr>
          </a:p>
        </p:txBody>
      </p:sp>
      <p:sp>
        <p:nvSpPr>
          <p:cNvPr id="35" name="Google Shape;118;p1">
            <a:extLst>
              <a:ext uri="{FF2B5EF4-FFF2-40B4-BE49-F238E27FC236}">
                <a16:creationId xmlns:a16="http://schemas.microsoft.com/office/drawing/2014/main" id="{92CFACAA-4E11-1A9C-CCC9-C79CF15B9E0C}"/>
              </a:ext>
            </a:extLst>
          </p:cNvPr>
          <p:cNvSpPr txBox="1"/>
          <p:nvPr/>
        </p:nvSpPr>
        <p:spPr>
          <a:xfrm>
            <a:off x="10367794" y="16891997"/>
            <a:ext cx="10899439" cy="1338798"/>
          </a:xfrm>
          <a:prstGeom prst="rect">
            <a:avLst/>
          </a:prstGeom>
          <a:noFill/>
          <a:ln>
            <a:noFill/>
          </a:ln>
        </p:spPr>
        <p:txBody>
          <a:bodyPr spcFirstLastPara="1" wrap="square" lIns="91425" tIns="91425" rIns="91425" bIns="91425" anchor="t" anchorCtr="0">
            <a:spAutoFit/>
          </a:bodyPr>
          <a:lstStyle/>
          <a:p>
            <a:pPr marL="457200"/>
            <a:r>
              <a:rPr lang="en-US" sz="2500" b="1" dirty="0">
                <a:solidFill>
                  <a:schemeClr val="dk1"/>
                </a:solidFill>
                <a:highlight>
                  <a:srgbClr val="FFFFFF"/>
                </a:highlight>
                <a:latin typeface="+mj-lt"/>
                <a:sym typeface="Times New Roman"/>
              </a:rPr>
              <a:t>Fig 2. Hue vs Saturation pallets used to represent magnitudes and directions. Calibration and verification plots used for linear piecewise tuning. </a:t>
            </a:r>
            <a:endParaRPr sz="2500" b="1" dirty="0">
              <a:solidFill>
                <a:schemeClr val="dk1"/>
              </a:solidFill>
              <a:highlight>
                <a:srgbClr val="FFFFFF"/>
              </a:highlight>
              <a:latin typeface="+mj-lt"/>
              <a:sym typeface="Times New Roman"/>
            </a:endParaRPr>
          </a:p>
        </p:txBody>
      </p:sp>
      <p:sp>
        <p:nvSpPr>
          <p:cNvPr id="36" name="Google Shape;103;p1">
            <a:extLst>
              <a:ext uri="{FF2B5EF4-FFF2-40B4-BE49-F238E27FC236}">
                <a16:creationId xmlns:a16="http://schemas.microsoft.com/office/drawing/2014/main" id="{E890C3A5-E655-828A-B944-CC2872FD4A5E}"/>
              </a:ext>
            </a:extLst>
          </p:cNvPr>
          <p:cNvSpPr txBox="1"/>
          <p:nvPr/>
        </p:nvSpPr>
        <p:spPr>
          <a:xfrm>
            <a:off x="11702081" y="18223135"/>
            <a:ext cx="8939425" cy="1046400"/>
          </a:xfrm>
          <a:prstGeom prst="rect">
            <a:avLst/>
          </a:prstGeom>
          <a:noFill/>
          <a:ln>
            <a:noFill/>
          </a:ln>
        </p:spPr>
        <p:txBody>
          <a:bodyPr spcFirstLastPara="1" wrap="square" lIns="91425" tIns="45700" rIns="91425" bIns="45700" anchor="t" anchorCtr="0">
            <a:spAutoFit/>
          </a:bodyPr>
          <a:lstStyle/>
          <a:p>
            <a:pPr marL="1371600" indent="457200"/>
            <a:r>
              <a:rPr lang="en-US" sz="4800" b="1" dirty="0">
                <a:solidFill>
                  <a:srgbClr val="0070C0"/>
                </a:solidFill>
                <a:latin typeface="Trebuchet MS"/>
                <a:sym typeface="Trebuchet MS"/>
              </a:rPr>
              <a:t>Control Architecture</a:t>
            </a:r>
            <a:endParaRPr sz="4800" b="1" dirty="0">
              <a:solidFill>
                <a:srgbClr val="0070C0"/>
              </a:solidFill>
              <a:latin typeface="Trebuchet MS"/>
              <a:sym typeface="Trebuchet MS"/>
            </a:endParaRPr>
          </a:p>
          <a:p>
            <a:pPr marL="0" marR="0" lvl="0" indent="0" algn="ctr" rtl="0">
              <a:spcBef>
                <a:spcPts val="0"/>
              </a:spcBef>
              <a:spcAft>
                <a:spcPts val="0"/>
              </a:spcAft>
              <a:buNone/>
            </a:pPr>
            <a:endParaRPr dirty="0"/>
          </a:p>
        </p:txBody>
      </p:sp>
      <p:sp>
        <p:nvSpPr>
          <p:cNvPr id="45" name="Google Shape;118;p1">
            <a:extLst>
              <a:ext uri="{FF2B5EF4-FFF2-40B4-BE49-F238E27FC236}">
                <a16:creationId xmlns:a16="http://schemas.microsoft.com/office/drawing/2014/main" id="{137E234C-BA02-395F-F0C0-371F182554F7}"/>
              </a:ext>
            </a:extLst>
          </p:cNvPr>
          <p:cNvSpPr txBox="1"/>
          <p:nvPr/>
        </p:nvSpPr>
        <p:spPr>
          <a:xfrm>
            <a:off x="10645736" y="21292253"/>
            <a:ext cx="10956079" cy="569356"/>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r>
              <a:rPr lang="en-US" sz="2500" b="1" dirty="0">
                <a:solidFill>
                  <a:schemeClr val="dk1"/>
                </a:solidFill>
                <a:highlight>
                  <a:srgbClr val="FFFFFF"/>
                </a:highlight>
                <a:latin typeface="+mj-lt"/>
                <a:sym typeface="Times New Roman"/>
              </a:rPr>
              <a:t>Fig 3. Control Actions react to instantaneous information only</a:t>
            </a:r>
          </a:p>
        </p:txBody>
      </p:sp>
      <p:sp>
        <p:nvSpPr>
          <p:cNvPr id="46" name="Google Shape;118;p1">
            <a:extLst>
              <a:ext uri="{FF2B5EF4-FFF2-40B4-BE49-F238E27FC236}">
                <a16:creationId xmlns:a16="http://schemas.microsoft.com/office/drawing/2014/main" id="{816C4585-FAA6-B1BC-8BB5-795E1012412C}"/>
              </a:ext>
            </a:extLst>
          </p:cNvPr>
          <p:cNvSpPr txBox="1"/>
          <p:nvPr/>
        </p:nvSpPr>
        <p:spPr>
          <a:xfrm>
            <a:off x="10645736" y="31742165"/>
            <a:ext cx="10451700" cy="569356"/>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r>
              <a:rPr lang="en-US" sz="2500" b="1" dirty="0">
                <a:solidFill>
                  <a:schemeClr val="dk1"/>
                </a:solidFill>
                <a:highlight>
                  <a:srgbClr val="FFFFFF"/>
                </a:highlight>
                <a:latin typeface="+mj-lt"/>
                <a:sym typeface="Times New Roman"/>
              </a:rPr>
              <a:t>Fig 5. Test Bed Under </a:t>
            </a:r>
            <a:r>
              <a:rPr lang="en-US" sz="2500" b="1" dirty="0" err="1">
                <a:solidFill>
                  <a:schemeClr val="dk1"/>
                </a:solidFill>
                <a:highlight>
                  <a:srgbClr val="FFFFFF"/>
                </a:highlight>
                <a:latin typeface="+mj-lt"/>
                <a:sym typeface="Times New Roman"/>
              </a:rPr>
              <a:t>OptiTrack</a:t>
            </a:r>
            <a:r>
              <a:rPr lang="en-US" sz="2500" b="1" dirty="0">
                <a:solidFill>
                  <a:schemeClr val="dk1"/>
                </a:solidFill>
                <a:highlight>
                  <a:srgbClr val="FFFFFF"/>
                </a:highlight>
                <a:latin typeface="+mj-lt"/>
                <a:sym typeface="Times New Roman"/>
              </a:rPr>
              <a:t> System for position verification</a:t>
            </a:r>
            <a:endParaRPr sz="2500" b="1" dirty="0">
              <a:solidFill>
                <a:schemeClr val="dk1"/>
              </a:solidFill>
              <a:highlight>
                <a:srgbClr val="FFFFFF"/>
              </a:highlight>
              <a:latin typeface="+mj-lt"/>
              <a:sym typeface="Times New Roman"/>
            </a:endParaRPr>
          </a:p>
        </p:txBody>
      </p:sp>
      <p:sp>
        <p:nvSpPr>
          <p:cNvPr id="50" name="Google Shape;97;p1">
            <a:extLst>
              <a:ext uri="{FF2B5EF4-FFF2-40B4-BE49-F238E27FC236}">
                <a16:creationId xmlns:a16="http://schemas.microsoft.com/office/drawing/2014/main" id="{C407B661-FE5F-686F-08FC-A82B4AA40B23}"/>
              </a:ext>
            </a:extLst>
          </p:cNvPr>
          <p:cNvSpPr/>
          <p:nvPr/>
        </p:nvSpPr>
        <p:spPr>
          <a:xfrm>
            <a:off x="34225948" y="14993509"/>
            <a:ext cx="9230293" cy="9038973"/>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51" name="Google Shape;107;p1">
            <a:extLst>
              <a:ext uri="{FF2B5EF4-FFF2-40B4-BE49-F238E27FC236}">
                <a16:creationId xmlns:a16="http://schemas.microsoft.com/office/drawing/2014/main" id="{F8088490-D257-55DF-10B1-CDAD57A0BAF0}"/>
              </a:ext>
            </a:extLst>
          </p:cNvPr>
          <p:cNvSpPr txBox="1"/>
          <p:nvPr/>
        </p:nvSpPr>
        <p:spPr>
          <a:xfrm>
            <a:off x="34259778" y="15028677"/>
            <a:ext cx="9230293" cy="1323399"/>
          </a:xfrm>
          <a:prstGeom prst="rect">
            <a:avLst/>
          </a:prstGeom>
          <a:solidFill>
            <a:srgbClr val="B94747"/>
          </a:solidFill>
          <a:ln w="5715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0" dirty="0">
                <a:solidFill>
                  <a:schemeClr val="lt1"/>
                </a:solidFill>
                <a:latin typeface="Trebuchet MS"/>
                <a:ea typeface="Trebuchet MS"/>
                <a:cs typeface="Trebuchet MS"/>
                <a:sym typeface="Trebuchet MS"/>
              </a:rPr>
              <a:t>Future Work</a:t>
            </a:r>
            <a:endParaRPr dirty="0">
              <a:latin typeface="Trebuchet MS"/>
              <a:ea typeface="Trebuchet MS"/>
              <a:cs typeface="Trebuchet MS"/>
              <a:sym typeface="Trebuchet MS"/>
            </a:endParaRPr>
          </a:p>
        </p:txBody>
      </p:sp>
      <p:sp>
        <p:nvSpPr>
          <p:cNvPr id="52" name="Google Shape;107;p1">
            <a:extLst>
              <a:ext uri="{FF2B5EF4-FFF2-40B4-BE49-F238E27FC236}">
                <a16:creationId xmlns:a16="http://schemas.microsoft.com/office/drawing/2014/main" id="{E32FE920-3ABF-E753-6E39-F6F83C76EDB5}"/>
              </a:ext>
            </a:extLst>
          </p:cNvPr>
          <p:cNvSpPr txBox="1"/>
          <p:nvPr/>
        </p:nvSpPr>
        <p:spPr>
          <a:xfrm>
            <a:off x="34243218" y="24466309"/>
            <a:ext cx="9167168" cy="1323399"/>
          </a:xfrm>
          <a:prstGeom prst="rect">
            <a:avLst/>
          </a:prstGeom>
          <a:solidFill>
            <a:srgbClr val="B94747"/>
          </a:solidFill>
          <a:ln w="5715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0" dirty="0">
                <a:solidFill>
                  <a:schemeClr val="lt1"/>
                </a:solidFill>
                <a:latin typeface="Trebuchet MS"/>
                <a:ea typeface="Trebuchet MS"/>
                <a:cs typeface="Trebuchet MS"/>
                <a:sym typeface="Trebuchet MS"/>
              </a:rPr>
              <a:t>Conclusion</a:t>
            </a:r>
            <a:endParaRPr dirty="0">
              <a:latin typeface="Trebuchet MS"/>
              <a:ea typeface="Trebuchet MS"/>
              <a:cs typeface="Trebuchet MS"/>
              <a:sym typeface="Trebuchet MS"/>
            </a:endParaRPr>
          </a:p>
        </p:txBody>
      </p:sp>
      <p:pic>
        <p:nvPicPr>
          <p:cNvPr id="54" name="Picture 53" descr="A diagram of a block diagram&#10;&#10;Description automatically generated">
            <a:extLst>
              <a:ext uri="{FF2B5EF4-FFF2-40B4-BE49-F238E27FC236}">
                <a16:creationId xmlns:a16="http://schemas.microsoft.com/office/drawing/2014/main" id="{94350D87-A461-D24E-0567-FEBD57F26D03}"/>
              </a:ext>
            </a:extLst>
          </p:cNvPr>
          <p:cNvPicPr>
            <a:picLocks noChangeAspect="1"/>
          </p:cNvPicPr>
          <p:nvPr/>
        </p:nvPicPr>
        <p:blipFill rotWithShape="1">
          <a:blip r:embed="rId6"/>
          <a:srcRect b="8721"/>
          <a:stretch/>
        </p:blipFill>
        <p:spPr bwMode="auto">
          <a:xfrm>
            <a:off x="10805023" y="21849295"/>
            <a:ext cx="10103700" cy="4117718"/>
          </a:xfrm>
          <a:prstGeom prst="rect">
            <a:avLst/>
          </a:prstGeom>
          <a:ln>
            <a:noFill/>
          </a:ln>
          <a:extLst>
            <a:ext uri="{53640926-AAD7-44D8-BBD7-CCE9431645EC}">
              <a14:shadowObscured xmlns:a14="http://schemas.microsoft.com/office/drawing/2010/main"/>
            </a:ext>
          </a:extLst>
        </p:spPr>
      </p:pic>
      <p:pic>
        <p:nvPicPr>
          <p:cNvPr id="1026" name="Picture 2">
            <a:extLst>
              <a:ext uri="{FF2B5EF4-FFF2-40B4-BE49-F238E27FC236}">
                <a16:creationId xmlns:a16="http://schemas.microsoft.com/office/drawing/2014/main" id="{0227DD35-6F21-7957-D69B-749CE452143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113720" y="12858604"/>
            <a:ext cx="4095482" cy="393434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984E881D-A0FB-879F-717C-6FC4BE1AA4F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568287" y="12779752"/>
            <a:ext cx="4013200" cy="4013200"/>
          </a:xfrm>
          <a:prstGeom prst="rect">
            <a:avLst/>
          </a:prstGeom>
          <a:noFill/>
          <a:extLst>
            <a:ext uri="{909E8E84-426E-40DD-AFC4-6F175D3DCCD1}">
              <a14:hiddenFill xmlns:a14="http://schemas.microsoft.com/office/drawing/2010/main">
                <a:solidFill>
                  <a:srgbClr val="FFFFFF"/>
                </a:solidFill>
              </a14:hiddenFill>
            </a:ext>
          </a:extLst>
        </p:spPr>
      </p:pic>
      <p:sp>
        <p:nvSpPr>
          <p:cNvPr id="56" name="AutoShape 8">
            <a:extLst>
              <a:ext uri="{FF2B5EF4-FFF2-40B4-BE49-F238E27FC236}">
                <a16:creationId xmlns:a16="http://schemas.microsoft.com/office/drawing/2014/main" id="{5B3CA706-0736-F524-EBD7-480330290614}"/>
              </a:ext>
            </a:extLst>
          </p:cNvPr>
          <p:cNvSpPr>
            <a:spLocks noChangeAspect="1" noChangeArrowheads="1"/>
          </p:cNvSpPr>
          <p:nvPr/>
        </p:nvSpPr>
        <p:spPr bwMode="auto">
          <a:xfrm>
            <a:off x="21793199" y="16306799"/>
            <a:ext cx="4385487" cy="438548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8" name="Picture 57">
            <a:extLst>
              <a:ext uri="{FF2B5EF4-FFF2-40B4-BE49-F238E27FC236}">
                <a16:creationId xmlns:a16="http://schemas.microsoft.com/office/drawing/2014/main" id="{78C1BCE9-0BE3-E327-9BCC-B011ED983F3F}"/>
              </a:ext>
            </a:extLst>
          </p:cNvPr>
          <p:cNvPicPr>
            <a:picLocks noChangeAspect="1"/>
          </p:cNvPicPr>
          <p:nvPr/>
        </p:nvPicPr>
        <p:blipFill>
          <a:blip r:embed="rId9"/>
          <a:stretch>
            <a:fillRect/>
          </a:stretch>
        </p:blipFill>
        <p:spPr>
          <a:xfrm>
            <a:off x="12986402" y="27915012"/>
            <a:ext cx="5328639" cy="3865792"/>
          </a:xfrm>
          <a:prstGeom prst="rect">
            <a:avLst/>
          </a:prstGeom>
        </p:spPr>
      </p:pic>
      <p:pic>
        <p:nvPicPr>
          <p:cNvPr id="61" name="Picture 60" descr="A pink and blue striped carpet&#10;&#10;AI-generated content may be incorrect.">
            <a:extLst>
              <a:ext uri="{FF2B5EF4-FFF2-40B4-BE49-F238E27FC236}">
                <a16:creationId xmlns:a16="http://schemas.microsoft.com/office/drawing/2014/main" id="{65D8F0A7-F373-89DA-0483-4688132E5383}"/>
              </a:ext>
            </a:extLst>
          </p:cNvPr>
          <p:cNvPicPr>
            <a:picLocks noChangeAspect="1"/>
          </p:cNvPicPr>
          <p:nvPr/>
        </p:nvPicPr>
        <p:blipFill>
          <a:blip r:embed="rId10"/>
          <a:stretch>
            <a:fillRect/>
          </a:stretch>
        </p:blipFill>
        <p:spPr>
          <a:xfrm>
            <a:off x="22845658" y="8417113"/>
            <a:ext cx="3244153" cy="5040896"/>
          </a:xfrm>
          <a:prstGeom prst="rect">
            <a:avLst/>
          </a:prstGeom>
        </p:spPr>
      </p:pic>
      <p:sp>
        <p:nvSpPr>
          <p:cNvPr id="62" name="Google Shape;101;p1">
            <a:extLst>
              <a:ext uri="{FF2B5EF4-FFF2-40B4-BE49-F238E27FC236}">
                <a16:creationId xmlns:a16="http://schemas.microsoft.com/office/drawing/2014/main" id="{E9D04264-2049-6837-1828-AEE74A4BC6B0}"/>
              </a:ext>
            </a:extLst>
          </p:cNvPr>
          <p:cNvSpPr txBox="1"/>
          <p:nvPr/>
        </p:nvSpPr>
        <p:spPr>
          <a:xfrm>
            <a:off x="21522129" y="6911288"/>
            <a:ext cx="10103700" cy="830956"/>
          </a:xfrm>
          <a:prstGeom prst="rect">
            <a:avLst/>
          </a:prstGeom>
          <a:noFill/>
          <a:ln>
            <a:noFill/>
          </a:ln>
        </p:spPr>
        <p:txBody>
          <a:bodyPr spcFirstLastPara="1" wrap="square" lIns="91425" tIns="45700" rIns="91425" bIns="45700" anchor="t" anchorCtr="0">
            <a:spAutoFit/>
          </a:bodyPr>
          <a:lstStyle/>
          <a:p>
            <a:pPr marL="1371600" lvl="0" indent="457200" algn="l" rtl="0">
              <a:spcBef>
                <a:spcPts val="0"/>
              </a:spcBef>
              <a:spcAft>
                <a:spcPts val="0"/>
              </a:spcAft>
              <a:buNone/>
            </a:pPr>
            <a:r>
              <a:rPr lang="en-US" sz="4800" b="1" dirty="0">
                <a:solidFill>
                  <a:srgbClr val="0070C0"/>
                </a:solidFill>
                <a:latin typeface="Trebuchet MS"/>
                <a:ea typeface="Trebuchet MS"/>
                <a:cs typeface="Trebuchet MS"/>
                <a:sym typeface="Trebuchet MS"/>
              </a:rPr>
              <a:t>	Saturation to Velocity</a:t>
            </a:r>
            <a:endParaRPr lang="en-US" sz="1800" dirty="0">
              <a:latin typeface="Trebuchet MS"/>
              <a:ea typeface="Trebuchet MS"/>
              <a:cs typeface="Trebuchet MS"/>
              <a:sym typeface="Trebuchet MS"/>
            </a:endParaRPr>
          </a:p>
        </p:txBody>
      </p:sp>
      <p:sp>
        <p:nvSpPr>
          <p:cNvPr id="63" name="Google Shape;101;p1">
            <a:extLst>
              <a:ext uri="{FF2B5EF4-FFF2-40B4-BE49-F238E27FC236}">
                <a16:creationId xmlns:a16="http://schemas.microsoft.com/office/drawing/2014/main" id="{6302799D-8906-3516-C60D-F1B3E89D8FDD}"/>
              </a:ext>
            </a:extLst>
          </p:cNvPr>
          <p:cNvSpPr txBox="1"/>
          <p:nvPr/>
        </p:nvSpPr>
        <p:spPr>
          <a:xfrm>
            <a:off x="21649832" y="15605744"/>
            <a:ext cx="11224415" cy="830956"/>
          </a:xfrm>
          <a:prstGeom prst="rect">
            <a:avLst/>
          </a:prstGeom>
          <a:noFill/>
          <a:ln>
            <a:noFill/>
          </a:ln>
        </p:spPr>
        <p:txBody>
          <a:bodyPr spcFirstLastPara="1" wrap="square" lIns="91425" tIns="45700" rIns="91425" bIns="45700" anchor="t" anchorCtr="0">
            <a:spAutoFit/>
          </a:bodyPr>
          <a:lstStyle/>
          <a:p>
            <a:pPr marL="1371600" lvl="0" indent="457200" algn="l" rtl="0">
              <a:spcBef>
                <a:spcPts val="0"/>
              </a:spcBef>
              <a:spcAft>
                <a:spcPts val="0"/>
              </a:spcAft>
              <a:buNone/>
            </a:pPr>
            <a:r>
              <a:rPr lang="en-US" sz="4800" b="1" dirty="0">
                <a:solidFill>
                  <a:srgbClr val="0070C0"/>
                </a:solidFill>
                <a:latin typeface="Trebuchet MS"/>
                <a:ea typeface="Trebuchet MS"/>
                <a:cs typeface="Trebuchet MS"/>
                <a:sym typeface="Trebuchet MS"/>
              </a:rPr>
              <a:t>Hue and Saturation Verification</a:t>
            </a:r>
            <a:endParaRPr lang="en-US" sz="1800" dirty="0">
              <a:latin typeface="Trebuchet MS"/>
              <a:ea typeface="Trebuchet MS"/>
              <a:cs typeface="Trebuchet MS"/>
              <a:sym typeface="Trebuchet MS"/>
            </a:endParaRPr>
          </a:p>
        </p:txBody>
      </p:sp>
      <p:sp>
        <p:nvSpPr>
          <p:cNvPr id="64" name="Google Shape;101;p1">
            <a:extLst>
              <a:ext uri="{FF2B5EF4-FFF2-40B4-BE49-F238E27FC236}">
                <a16:creationId xmlns:a16="http://schemas.microsoft.com/office/drawing/2014/main" id="{32088C9E-A251-C5CE-BCDB-A289C55AF8F3}"/>
              </a:ext>
            </a:extLst>
          </p:cNvPr>
          <p:cNvSpPr txBox="1"/>
          <p:nvPr/>
        </p:nvSpPr>
        <p:spPr>
          <a:xfrm>
            <a:off x="21068010" y="24878501"/>
            <a:ext cx="12564067" cy="769401"/>
          </a:xfrm>
          <a:prstGeom prst="rect">
            <a:avLst/>
          </a:prstGeom>
          <a:noFill/>
          <a:ln>
            <a:noFill/>
          </a:ln>
        </p:spPr>
        <p:txBody>
          <a:bodyPr spcFirstLastPara="1" wrap="square" lIns="91425" tIns="45700" rIns="91425" bIns="45700" anchor="t" anchorCtr="0">
            <a:spAutoFit/>
          </a:bodyPr>
          <a:lstStyle/>
          <a:p>
            <a:pPr marL="1371600" lvl="0" indent="457200" algn="l" rtl="0">
              <a:spcBef>
                <a:spcPts val="0"/>
              </a:spcBef>
              <a:spcAft>
                <a:spcPts val="0"/>
              </a:spcAft>
              <a:buNone/>
            </a:pPr>
            <a:r>
              <a:rPr lang="en-US" sz="4400" b="1" dirty="0" err="1">
                <a:solidFill>
                  <a:srgbClr val="0070C0"/>
                </a:solidFill>
                <a:latin typeface="Trebuchet MS"/>
                <a:ea typeface="Trebuchet MS"/>
                <a:cs typeface="Trebuchet MS"/>
                <a:sym typeface="Trebuchet MS"/>
              </a:rPr>
              <a:t>MultiRobot</a:t>
            </a:r>
            <a:r>
              <a:rPr lang="en-US" sz="4400" b="1" dirty="0">
                <a:solidFill>
                  <a:srgbClr val="0070C0"/>
                </a:solidFill>
                <a:latin typeface="Trebuchet MS"/>
                <a:ea typeface="Trebuchet MS"/>
                <a:cs typeface="Trebuchet MS"/>
                <a:sym typeface="Trebuchet MS"/>
              </a:rPr>
              <a:t>  Direction Follow Primitive</a:t>
            </a:r>
            <a:endParaRPr lang="en-US" sz="4400" dirty="0">
              <a:latin typeface="Trebuchet MS"/>
              <a:ea typeface="Trebuchet MS"/>
              <a:cs typeface="Trebuchet MS"/>
              <a:sym typeface="Trebuchet MS"/>
            </a:endParaRPr>
          </a:p>
        </p:txBody>
      </p:sp>
      <p:sp>
        <p:nvSpPr>
          <p:cNvPr id="65" name="Google Shape;110;p1">
            <a:extLst>
              <a:ext uri="{FF2B5EF4-FFF2-40B4-BE49-F238E27FC236}">
                <a16:creationId xmlns:a16="http://schemas.microsoft.com/office/drawing/2014/main" id="{3AB630ED-369C-732A-5C01-1CE9FFD501AD}"/>
              </a:ext>
            </a:extLst>
          </p:cNvPr>
          <p:cNvSpPr txBox="1"/>
          <p:nvPr/>
        </p:nvSpPr>
        <p:spPr>
          <a:xfrm>
            <a:off x="34420404" y="6817447"/>
            <a:ext cx="8796896" cy="7846082"/>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a:lnSpc>
                <a:spcPct val="114000"/>
              </a:lnSpc>
            </a:pPr>
            <a:r>
              <a:rPr lang="en-US" sz="3400" dirty="0">
                <a:solidFill>
                  <a:schemeClr val="dk1"/>
                </a:solidFill>
                <a:highlight>
                  <a:srgbClr val="FFFFFF"/>
                </a:highlight>
                <a:latin typeface="+mj-lt"/>
              </a:rPr>
              <a:t>This system was able to recover Hue with an RMSE of 0.047 and Saturation with an RMSE of 0.1477. This test bed enables modeling of all possible 2D vector fields, allowing for experimental verification of previous research that was limited to simulation only.</a:t>
            </a:r>
          </a:p>
          <a:p>
            <a:pPr>
              <a:lnSpc>
                <a:spcPct val="114000"/>
              </a:lnSpc>
            </a:pPr>
            <a:endParaRPr lang="en-US" sz="3400" dirty="0">
              <a:solidFill>
                <a:schemeClr val="dk1"/>
              </a:solidFill>
              <a:highlight>
                <a:srgbClr val="FFFFFF"/>
              </a:highlight>
              <a:latin typeface="+mj-lt"/>
            </a:endParaRPr>
          </a:p>
          <a:p>
            <a:pPr>
              <a:lnSpc>
                <a:spcPct val="114000"/>
              </a:lnSpc>
            </a:pPr>
            <a:r>
              <a:rPr lang="en-US" sz="3400" dirty="0">
                <a:solidFill>
                  <a:schemeClr val="dk1"/>
                </a:solidFill>
                <a:highlight>
                  <a:srgbClr val="FFFFFF"/>
                </a:highlight>
                <a:latin typeface="+mj-lt"/>
              </a:rPr>
              <a:t>Sampling at 10Hz, a 70x improvement to the last test bed, enables the study of system dynamics as it allows for continuous motion of robots, paving the way for outdoor tests and commercial applications.</a:t>
            </a:r>
          </a:p>
        </p:txBody>
      </p:sp>
      <p:pic>
        <p:nvPicPr>
          <p:cNvPr id="1036" name="Picture 12">
            <a:extLst>
              <a:ext uri="{FF2B5EF4-FFF2-40B4-BE49-F238E27FC236}">
                <a16:creationId xmlns:a16="http://schemas.microsoft.com/office/drawing/2014/main" id="{7EED05E3-D9C4-02A6-F051-645835CF9FF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362581" y="8389246"/>
            <a:ext cx="6603764" cy="5049128"/>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60991173-6D16-328B-011F-7552535E6CA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667081" y="17783662"/>
            <a:ext cx="5421184" cy="4418418"/>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F81EA48A-AD10-F9B1-F07E-5860F67B7DD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995107" y="17843310"/>
            <a:ext cx="5095344" cy="4409309"/>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a:extLst>
              <a:ext uri="{FF2B5EF4-FFF2-40B4-BE49-F238E27FC236}">
                <a16:creationId xmlns:a16="http://schemas.microsoft.com/office/drawing/2014/main" id="{A5D4DEBD-D677-2861-8E0D-752B09DD0F1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068764" y="26576468"/>
            <a:ext cx="4425153" cy="4557028"/>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a:extLst>
              <a:ext uri="{FF2B5EF4-FFF2-40B4-BE49-F238E27FC236}">
                <a16:creationId xmlns:a16="http://schemas.microsoft.com/office/drawing/2014/main" id="{A99DCE4F-4985-8CD5-9F1C-2534A33616D0}"/>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2789156" y="26390087"/>
            <a:ext cx="4851400" cy="4876800"/>
          </a:xfrm>
          <a:prstGeom prst="rect">
            <a:avLst/>
          </a:prstGeom>
          <a:noFill/>
          <a:extLst>
            <a:ext uri="{909E8E84-426E-40DD-AFC4-6F175D3DCCD1}">
              <a14:hiddenFill xmlns:a14="http://schemas.microsoft.com/office/drawing/2010/main">
                <a:solidFill>
                  <a:srgbClr val="FFFFFF"/>
                </a:solidFill>
              </a14:hiddenFill>
            </a:ext>
          </a:extLst>
        </p:spPr>
      </p:pic>
      <p:sp>
        <p:nvSpPr>
          <p:cNvPr id="68" name="Google Shape;118;p1">
            <a:extLst>
              <a:ext uri="{FF2B5EF4-FFF2-40B4-BE49-F238E27FC236}">
                <a16:creationId xmlns:a16="http://schemas.microsoft.com/office/drawing/2014/main" id="{44DC4461-33AB-3002-F6C9-664C77BD873C}"/>
              </a:ext>
            </a:extLst>
          </p:cNvPr>
          <p:cNvSpPr txBox="1"/>
          <p:nvPr/>
        </p:nvSpPr>
        <p:spPr>
          <a:xfrm>
            <a:off x="10693753" y="26007112"/>
            <a:ext cx="10956079" cy="569356"/>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r>
              <a:rPr lang="en-US" sz="2500" b="1" dirty="0">
                <a:solidFill>
                  <a:schemeClr val="dk1"/>
                </a:solidFill>
                <a:highlight>
                  <a:srgbClr val="FFFFFF"/>
                </a:highlight>
                <a:latin typeface="+mj-lt"/>
                <a:sym typeface="Times New Roman"/>
              </a:rPr>
              <a:t>Fig 4. Control Stack including Cluster Space Controller.</a:t>
            </a:r>
          </a:p>
        </p:txBody>
      </p:sp>
      <p:sp>
        <p:nvSpPr>
          <p:cNvPr id="69" name="Google Shape;118;p1">
            <a:extLst>
              <a:ext uri="{FF2B5EF4-FFF2-40B4-BE49-F238E27FC236}">
                <a16:creationId xmlns:a16="http://schemas.microsoft.com/office/drawing/2014/main" id="{105C6D13-75DD-9DD5-C28E-DD64AC054291}"/>
              </a:ext>
            </a:extLst>
          </p:cNvPr>
          <p:cNvSpPr txBox="1"/>
          <p:nvPr/>
        </p:nvSpPr>
        <p:spPr>
          <a:xfrm>
            <a:off x="22544830" y="13658207"/>
            <a:ext cx="10292413" cy="569356"/>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r>
              <a:rPr lang="en-US" sz="2500" b="1" dirty="0">
                <a:solidFill>
                  <a:schemeClr val="dk1"/>
                </a:solidFill>
                <a:highlight>
                  <a:srgbClr val="FFFFFF"/>
                </a:highlight>
                <a:latin typeface="+mj-lt"/>
                <a:sym typeface="Times New Roman"/>
              </a:rPr>
              <a:t>Fig 6. </a:t>
            </a:r>
            <a:r>
              <a:rPr lang="en-US" sz="2500" b="1" dirty="0" err="1">
                <a:solidFill>
                  <a:schemeClr val="dk1"/>
                </a:solidFill>
                <a:highlight>
                  <a:srgbClr val="FFFFFF"/>
                </a:highlight>
                <a:latin typeface="+mj-lt"/>
                <a:sym typeface="Times New Roman"/>
              </a:rPr>
              <a:t>Decabot</a:t>
            </a:r>
            <a:r>
              <a:rPr lang="en-US" sz="2500" b="1" dirty="0">
                <a:solidFill>
                  <a:schemeClr val="dk1"/>
                </a:solidFill>
                <a:highlight>
                  <a:srgbClr val="FFFFFF"/>
                </a:highlight>
                <a:latin typeface="+mj-lt"/>
                <a:sym typeface="Times New Roman"/>
              </a:rPr>
              <a:t> velocity tracked at different Saturation levels</a:t>
            </a:r>
            <a:endParaRPr sz="2500" b="1" dirty="0">
              <a:solidFill>
                <a:schemeClr val="dk1"/>
              </a:solidFill>
              <a:highlight>
                <a:srgbClr val="FFFFFF"/>
              </a:highlight>
              <a:latin typeface="+mj-lt"/>
              <a:sym typeface="Times New Roman"/>
            </a:endParaRPr>
          </a:p>
        </p:txBody>
      </p:sp>
      <p:sp>
        <p:nvSpPr>
          <p:cNvPr id="70" name="Google Shape;118;p1">
            <a:extLst>
              <a:ext uri="{FF2B5EF4-FFF2-40B4-BE49-F238E27FC236}">
                <a16:creationId xmlns:a16="http://schemas.microsoft.com/office/drawing/2014/main" id="{35DDEE4B-CB11-7015-181C-A0A272AB4922}"/>
              </a:ext>
            </a:extLst>
          </p:cNvPr>
          <p:cNvSpPr txBox="1"/>
          <p:nvPr/>
        </p:nvSpPr>
        <p:spPr>
          <a:xfrm>
            <a:off x="22789156" y="23205261"/>
            <a:ext cx="10292413" cy="569356"/>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r>
              <a:rPr lang="en-US" sz="2500" b="1" dirty="0">
                <a:solidFill>
                  <a:schemeClr val="dk1"/>
                </a:solidFill>
                <a:highlight>
                  <a:srgbClr val="FFFFFF"/>
                </a:highlight>
                <a:latin typeface="+mj-lt"/>
                <a:sym typeface="Times New Roman"/>
              </a:rPr>
              <a:t>Fig 7. Hue and Saturations estimated from verification plot</a:t>
            </a:r>
            <a:endParaRPr sz="2500" b="1" dirty="0">
              <a:solidFill>
                <a:schemeClr val="dk1"/>
              </a:solidFill>
              <a:highlight>
                <a:srgbClr val="FFFFFF"/>
              </a:highlight>
              <a:latin typeface="+mj-lt"/>
              <a:sym typeface="Times New Roman"/>
            </a:endParaRPr>
          </a:p>
        </p:txBody>
      </p:sp>
      <p:sp>
        <p:nvSpPr>
          <p:cNvPr id="71" name="Google Shape;118;p1">
            <a:extLst>
              <a:ext uri="{FF2B5EF4-FFF2-40B4-BE49-F238E27FC236}">
                <a16:creationId xmlns:a16="http://schemas.microsoft.com/office/drawing/2014/main" id="{44FE1722-1179-82D5-54EC-96F540B133DE}"/>
              </a:ext>
            </a:extLst>
          </p:cNvPr>
          <p:cNvSpPr txBox="1"/>
          <p:nvPr/>
        </p:nvSpPr>
        <p:spPr>
          <a:xfrm>
            <a:off x="22683832" y="31357740"/>
            <a:ext cx="10292413" cy="569356"/>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r>
              <a:rPr lang="en-US" sz="2500" b="1" dirty="0">
                <a:solidFill>
                  <a:schemeClr val="dk1"/>
                </a:solidFill>
                <a:highlight>
                  <a:srgbClr val="FFFFFF"/>
                </a:highlight>
                <a:latin typeface="+mj-lt"/>
                <a:sym typeface="Times New Roman"/>
              </a:rPr>
              <a:t>Fig 8. Positions of single robot as follows prescribed vectors</a:t>
            </a:r>
            <a:endParaRPr sz="2500" b="1" dirty="0">
              <a:solidFill>
                <a:schemeClr val="dk1"/>
              </a:solidFill>
              <a:highlight>
                <a:srgbClr val="FFFFFF"/>
              </a:highlight>
              <a:latin typeface="+mj-lt"/>
              <a:sym typeface="Times New Roman"/>
            </a:endParaRPr>
          </a:p>
        </p:txBody>
      </p:sp>
      <p:sp>
        <p:nvSpPr>
          <p:cNvPr id="72" name="Google Shape;110;p1">
            <a:extLst>
              <a:ext uri="{FF2B5EF4-FFF2-40B4-BE49-F238E27FC236}">
                <a16:creationId xmlns:a16="http://schemas.microsoft.com/office/drawing/2014/main" id="{254DCADC-495C-19B6-46C3-920C6DF729EB}"/>
              </a:ext>
            </a:extLst>
          </p:cNvPr>
          <p:cNvSpPr txBox="1"/>
          <p:nvPr/>
        </p:nvSpPr>
        <p:spPr>
          <a:xfrm>
            <a:off x="34400482" y="16614477"/>
            <a:ext cx="8796896" cy="7249637"/>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a:lnSpc>
                <a:spcPct val="114000"/>
              </a:lnSpc>
            </a:pPr>
            <a:r>
              <a:rPr lang="en-US" sz="3400" dirty="0">
                <a:solidFill>
                  <a:schemeClr val="dk1"/>
                </a:solidFill>
                <a:highlight>
                  <a:srgbClr val="FFFFFF"/>
                </a:highlight>
                <a:latin typeface="+mj-lt"/>
              </a:rPr>
              <a:t>Next steps for this research include:</a:t>
            </a:r>
            <a:br>
              <a:rPr lang="en-US" sz="3400" dirty="0">
                <a:solidFill>
                  <a:schemeClr val="dk1"/>
                </a:solidFill>
                <a:highlight>
                  <a:srgbClr val="FFFFFF"/>
                </a:highlight>
                <a:latin typeface="+mj-lt"/>
              </a:rPr>
            </a:br>
            <a:endParaRPr lang="en-US" sz="3400" dirty="0">
              <a:solidFill>
                <a:schemeClr val="dk1"/>
              </a:solidFill>
              <a:highlight>
                <a:srgbClr val="FFFFFF"/>
              </a:highlight>
              <a:latin typeface="+mj-lt"/>
            </a:endParaRPr>
          </a:p>
          <a:p>
            <a:pPr marL="514350" indent="-514350">
              <a:lnSpc>
                <a:spcPct val="114000"/>
              </a:lnSpc>
              <a:buAutoNum type="arabicParenR"/>
            </a:pPr>
            <a:r>
              <a:rPr lang="en-US" sz="3400" dirty="0">
                <a:solidFill>
                  <a:schemeClr val="dk1"/>
                </a:solidFill>
                <a:highlight>
                  <a:srgbClr val="FFFFFF"/>
                </a:highlight>
                <a:latin typeface="+mj-lt"/>
              </a:rPr>
              <a:t>Further refining the sensor tuning using non-linear methods to further improve accuracy.</a:t>
            </a:r>
          </a:p>
          <a:p>
            <a:pPr marL="514350" indent="-514350">
              <a:lnSpc>
                <a:spcPct val="114000"/>
              </a:lnSpc>
              <a:buAutoNum type="arabicParenR"/>
            </a:pPr>
            <a:r>
              <a:rPr lang="en-US" sz="3400" dirty="0">
                <a:solidFill>
                  <a:schemeClr val="dk1"/>
                </a:solidFill>
                <a:highlight>
                  <a:srgbClr val="FFFFFF"/>
                </a:highlight>
                <a:latin typeface="+mj-lt"/>
              </a:rPr>
              <a:t>Using the test bed to validate simulations of new control laws to find features of interest in vector fields.</a:t>
            </a:r>
          </a:p>
          <a:p>
            <a:pPr marL="514350" indent="-514350">
              <a:lnSpc>
                <a:spcPct val="114000"/>
              </a:lnSpc>
              <a:buAutoNum type="arabicParenR"/>
            </a:pPr>
            <a:r>
              <a:rPr lang="en-US" sz="3400" dirty="0">
                <a:solidFill>
                  <a:schemeClr val="dk1"/>
                </a:solidFill>
                <a:highlight>
                  <a:srgbClr val="FFFFFF"/>
                </a:highlight>
                <a:latin typeface="+mj-lt"/>
              </a:rPr>
              <a:t>Using the systems ability to model robot dynamics to validate simulated multirobot vehicle dynamics.</a:t>
            </a:r>
          </a:p>
          <a:p>
            <a:pPr marL="514350" indent="-514350">
              <a:lnSpc>
                <a:spcPct val="114000"/>
              </a:lnSpc>
              <a:buAutoNum type="arabicParenR"/>
            </a:pPr>
            <a:r>
              <a:rPr lang="en-US" sz="3400" dirty="0">
                <a:solidFill>
                  <a:schemeClr val="dk1"/>
                </a:solidFill>
                <a:highlight>
                  <a:srgbClr val="FFFFFF"/>
                </a:highlight>
                <a:latin typeface="+mj-lt"/>
              </a:rPr>
              <a:t>Increasing sample rate (if needed).</a:t>
            </a:r>
          </a:p>
        </p:txBody>
      </p:sp>
      <p:sp>
        <p:nvSpPr>
          <p:cNvPr id="73" name="Google Shape;110;p1">
            <a:extLst>
              <a:ext uri="{FF2B5EF4-FFF2-40B4-BE49-F238E27FC236}">
                <a16:creationId xmlns:a16="http://schemas.microsoft.com/office/drawing/2014/main" id="{2E97B962-C883-16CF-5D2A-541455BCCF4B}"/>
              </a:ext>
            </a:extLst>
          </p:cNvPr>
          <p:cNvSpPr txBox="1"/>
          <p:nvPr/>
        </p:nvSpPr>
        <p:spPr>
          <a:xfrm>
            <a:off x="34543680" y="26007112"/>
            <a:ext cx="8796896" cy="6056746"/>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a:lnSpc>
                <a:spcPct val="114000"/>
              </a:lnSpc>
            </a:pPr>
            <a:r>
              <a:rPr lang="en-US" sz="3400" dirty="0">
                <a:solidFill>
                  <a:schemeClr val="dk1"/>
                </a:solidFill>
                <a:highlight>
                  <a:srgbClr val="FFFFFF"/>
                </a:highlight>
                <a:latin typeface="+mj-lt"/>
              </a:rPr>
              <a:t>This project was successful in overcoming the limitations of previous work.</a:t>
            </a:r>
          </a:p>
          <a:p>
            <a:pPr>
              <a:lnSpc>
                <a:spcPct val="114000"/>
              </a:lnSpc>
            </a:pPr>
            <a:endParaRPr lang="en-US" sz="3400" dirty="0">
              <a:solidFill>
                <a:schemeClr val="dk1"/>
              </a:solidFill>
              <a:highlight>
                <a:srgbClr val="FFFFFF"/>
              </a:highlight>
              <a:latin typeface="+mj-lt"/>
            </a:endParaRPr>
          </a:p>
          <a:p>
            <a:pPr>
              <a:lnSpc>
                <a:spcPct val="114000"/>
              </a:lnSpc>
            </a:pPr>
            <a:r>
              <a:rPr lang="en-US" sz="3400" dirty="0">
                <a:solidFill>
                  <a:schemeClr val="dk1"/>
                </a:solidFill>
                <a:highlight>
                  <a:srgbClr val="FFFFFF"/>
                </a:highlight>
                <a:latin typeface="+mj-lt"/>
              </a:rPr>
              <a:t>The new test bed overcomes the channel coupling issue, and samples 70x faster.</a:t>
            </a:r>
          </a:p>
          <a:p>
            <a:pPr>
              <a:lnSpc>
                <a:spcPct val="114000"/>
              </a:lnSpc>
            </a:pPr>
            <a:endParaRPr lang="en-US" sz="3400" dirty="0">
              <a:solidFill>
                <a:schemeClr val="dk1"/>
              </a:solidFill>
              <a:highlight>
                <a:srgbClr val="FFFFFF"/>
              </a:highlight>
              <a:latin typeface="+mj-lt"/>
            </a:endParaRPr>
          </a:p>
          <a:p>
            <a:pPr>
              <a:lnSpc>
                <a:spcPct val="114000"/>
              </a:lnSpc>
            </a:pPr>
            <a:r>
              <a:rPr lang="en-US" sz="3400" dirty="0">
                <a:solidFill>
                  <a:schemeClr val="dk1"/>
                </a:solidFill>
                <a:highlight>
                  <a:srgbClr val="FFFFFF"/>
                </a:highlight>
                <a:latin typeface="+mj-lt"/>
              </a:rPr>
              <a:t>This test bed was also used for experimental verification of results from previous vector field studies that were only performed previously in simulation.</a:t>
            </a:r>
          </a:p>
        </p:txBody>
      </p:sp>
      <p:pic>
        <p:nvPicPr>
          <p:cNvPr id="75" name="Picture 74">
            <a:extLst>
              <a:ext uri="{FF2B5EF4-FFF2-40B4-BE49-F238E27FC236}">
                <a16:creationId xmlns:a16="http://schemas.microsoft.com/office/drawing/2014/main" id="{11E158F4-0A22-9DA0-16A9-88476FEAB78A}"/>
              </a:ext>
            </a:extLst>
          </p:cNvPr>
          <p:cNvPicPr>
            <a:picLocks noChangeAspect="1"/>
          </p:cNvPicPr>
          <p:nvPr/>
        </p:nvPicPr>
        <p:blipFill>
          <a:blip r:embed="rId16"/>
          <a:stretch>
            <a:fillRect/>
          </a:stretch>
        </p:blipFill>
        <p:spPr>
          <a:xfrm>
            <a:off x="13593369" y="7759643"/>
            <a:ext cx="3465491" cy="259911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3244</TotalTime>
  <Words>535</Words>
  <Application>Microsoft Macintosh PowerPoint</Application>
  <PresentationFormat>Custom</PresentationFormat>
  <Paragraphs>49</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Times New Roman</vt:lpstr>
      <vt:lpstr>Trebuchet MS</vt:lpstr>
      <vt:lpstr>Office Theme</vt:lpstr>
      <vt:lpstr>A Functional Indoor Testbed for 2D Vector Field Multirobot Adaptive Navigation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Multi-robot Collaboration &amp; Multiple Drive Motion Control of an Autonomous Agricultural Rover</dc:title>
  <dc:creator>Christopher Waight</dc:creator>
  <cp:lastModifiedBy>Christopher Waight</cp:lastModifiedBy>
  <cp:revision>6</cp:revision>
  <cp:lastPrinted>2024-02-01T04:34:02Z</cp:lastPrinted>
  <dcterms:created xsi:type="dcterms:W3CDTF">2016-09-13T20:48:54Z</dcterms:created>
  <dcterms:modified xsi:type="dcterms:W3CDTF">2025-01-28T05:09:32Z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M SIP Document Sensitivity">
    <vt:lpwstr/>
  </property>
  <property fmtid="{D5CDD505-2E9C-101B-9397-08002B2CF9AE}" pid="3" name="Document Author">
    <vt:lpwstr>ACCT01\rlee15</vt:lpwstr>
  </property>
  <property fmtid="{D5CDD505-2E9C-101B-9397-08002B2CF9AE}" pid="4" name="Document Sensitivity">
    <vt:lpwstr>1</vt:lpwstr>
  </property>
  <property fmtid="{D5CDD505-2E9C-101B-9397-08002B2CF9AE}" pid="5" name="ThirdParty">
    <vt:lpwstr/>
  </property>
  <property fmtid="{D5CDD505-2E9C-101B-9397-08002B2CF9AE}" pid="6" name="OCI Restriction">
    <vt:bool>false</vt:bool>
  </property>
  <property fmtid="{D5CDD505-2E9C-101B-9397-08002B2CF9AE}" pid="7" name="OCI Additional Info">
    <vt:lpwstr/>
  </property>
  <property fmtid="{D5CDD505-2E9C-101B-9397-08002B2CF9AE}" pid="8" name="Allow Header Overwrite">
    <vt:bool>false</vt:bool>
  </property>
  <property fmtid="{D5CDD505-2E9C-101B-9397-08002B2CF9AE}" pid="9" name="Allow Footer Overwrite">
    <vt:bool>false</vt:bool>
  </property>
  <property fmtid="{D5CDD505-2E9C-101B-9397-08002B2CF9AE}" pid="10" name="Multiple Selected">
    <vt:lpwstr>-1</vt:lpwstr>
  </property>
  <property fmtid="{D5CDD505-2E9C-101B-9397-08002B2CF9AE}" pid="11" name="SIPLongWording">
    <vt:lpwstr/>
  </property>
  <property fmtid="{D5CDD505-2E9C-101B-9397-08002B2CF9AE}" pid="12" name="checkedProgramsCount">
    <vt:i4>0</vt:i4>
  </property>
  <property fmtid="{D5CDD505-2E9C-101B-9397-08002B2CF9AE}" pid="13" name="ExpCountry">
    <vt:lpwstr/>
  </property>
</Properties>
</file>