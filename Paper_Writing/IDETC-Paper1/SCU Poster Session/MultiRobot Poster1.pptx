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heCj3ki3+3HWoq2YcrRYcFyg4J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44C708-949E-462A-96C8-A4102DE02D35}" v="9" dt="2024-01-24T00:16:47.0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3420" y="-11886"/>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Waight" userId="1a3842103bc05fd8" providerId="LiveId" clId="{9344C708-949E-462A-96C8-A4102DE02D35}"/>
    <pc:docChg chg="undo custSel modSld">
      <pc:chgData name="Christopher Waight" userId="1a3842103bc05fd8" providerId="LiveId" clId="{9344C708-949E-462A-96C8-A4102DE02D35}" dt="2024-01-24T08:35:43.140" v="4283" actId="20577"/>
      <pc:docMkLst>
        <pc:docMk/>
      </pc:docMkLst>
      <pc:sldChg chg="addSp delSp modSp mod delAnim">
        <pc:chgData name="Christopher Waight" userId="1a3842103bc05fd8" providerId="LiveId" clId="{9344C708-949E-462A-96C8-A4102DE02D35}" dt="2024-01-24T08:35:43.140" v="4283" actId="20577"/>
        <pc:sldMkLst>
          <pc:docMk/>
          <pc:sldMk cId="0" sldId="256"/>
        </pc:sldMkLst>
        <pc:spChg chg="add mod">
          <ac:chgData name="Christopher Waight" userId="1a3842103bc05fd8" providerId="LiveId" clId="{9344C708-949E-462A-96C8-A4102DE02D35}" dt="2024-01-23T23:13:12.928" v="2308" actId="20577"/>
          <ac:spMkLst>
            <pc:docMk/>
            <pc:sldMk cId="0" sldId="256"/>
            <ac:spMk id="2" creationId="{8281EEEC-7CE6-F953-6ADB-C7B2BAEEC93B}"/>
          </ac:spMkLst>
        </pc:spChg>
        <pc:spChg chg="add mod">
          <ac:chgData name="Christopher Waight" userId="1a3842103bc05fd8" providerId="LiveId" clId="{9344C708-949E-462A-96C8-A4102DE02D35}" dt="2024-01-24T00:10:58.998" v="3485" actId="20577"/>
          <ac:spMkLst>
            <pc:docMk/>
            <pc:sldMk cId="0" sldId="256"/>
            <ac:spMk id="3" creationId="{8B7B8DAE-1EC3-FD4B-7A05-BF04F55BC7D8}"/>
          </ac:spMkLst>
        </pc:spChg>
        <pc:spChg chg="add mod">
          <ac:chgData name="Christopher Waight" userId="1a3842103bc05fd8" providerId="LiveId" clId="{9344C708-949E-462A-96C8-A4102DE02D35}" dt="2024-01-24T04:18:10.334" v="3806" actId="6549"/>
          <ac:spMkLst>
            <pc:docMk/>
            <pc:sldMk cId="0" sldId="256"/>
            <ac:spMk id="4" creationId="{B65B0C8B-4045-1864-C5E8-B827570D9C37}"/>
          </ac:spMkLst>
        </pc:spChg>
        <pc:spChg chg="add mod">
          <ac:chgData name="Christopher Waight" userId="1a3842103bc05fd8" providerId="LiveId" clId="{9344C708-949E-462A-96C8-A4102DE02D35}" dt="2024-01-24T00:15:13.722" v="3781"/>
          <ac:spMkLst>
            <pc:docMk/>
            <pc:sldMk cId="0" sldId="256"/>
            <ac:spMk id="5" creationId="{072E865F-1900-4D3E-8EAD-6A66FA658844}"/>
          </ac:spMkLst>
        </pc:spChg>
        <pc:spChg chg="add mod">
          <ac:chgData name="Christopher Waight" userId="1a3842103bc05fd8" providerId="LiveId" clId="{9344C708-949E-462A-96C8-A4102DE02D35}" dt="2024-01-24T08:35:19.226" v="4277" actId="1076"/>
          <ac:spMkLst>
            <pc:docMk/>
            <pc:sldMk cId="0" sldId="256"/>
            <ac:spMk id="6" creationId="{9CE31535-6D74-C815-ED46-3B195035E1E4}"/>
          </ac:spMkLst>
        </pc:spChg>
        <pc:spChg chg="add mod">
          <ac:chgData name="Christopher Waight" userId="1a3842103bc05fd8" providerId="LiveId" clId="{9344C708-949E-462A-96C8-A4102DE02D35}" dt="2024-01-24T08:35:33.174" v="4281" actId="1076"/>
          <ac:spMkLst>
            <pc:docMk/>
            <pc:sldMk cId="0" sldId="256"/>
            <ac:spMk id="7" creationId="{E5C7B718-9F23-E2FC-297E-5389851F196E}"/>
          </ac:spMkLst>
        </pc:spChg>
        <pc:spChg chg="mod">
          <ac:chgData name="Christopher Waight" userId="1a3842103bc05fd8" providerId="LiveId" clId="{9344C708-949E-462A-96C8-A4102DE02D35}" dt="2024-01-24T08:32:26.463" v="4242" actId="14100"/>
          <ac:spMkLst>
            <pc:docMk/>
            <pc:sldMk cId="0" sldId="256"/>
            <ac:spMk id="88" creationId="{00000000-0000-0000-0000-000000000000}"/>
          </ac:spMkLst>
        </pc:spChg>
        <pc:spChg chg="mod">
          <ac:chgData name="Christopher Waight" userId="1a3842103bc05fd8" providerId="LiveId" clId="{9344C708-949E-462A-96C8-A4102DE02D35}" dt="2024-01-23T18:43:47.152" v="98" actId="255"/>
          <ac:spMkLst>
            <pc:docMk/>
            <pc:sldMk cId="0" sldId="256"/>
            <ac:spMk id="90" creationId="{00000000-0000-0000-0000-000000000000}"/>
          </ac:spMkLst>
        </pc:spChg>
        <pc:spChg chg="mod">
          <ac:chgData name="Christopher Waight" userId="1a3842103bc05fd8" providerId="LiveId" clId="{9344C708-949E-462A-96C8-A4102DE02D35}" dt="2024-01-24T08:32:02.151" v="4241" actId="14100"/>
          <ac:spMkLst>
            <pc:docMk/>
            <pc:sldMk cId="0" sldId="256"/>
            <ac:spMk id="95" creationId="{00000000-0000-0000-0000-000000000000}"/>
          </ac:spMkLst>
        </pc:spChg>
        <pc:spChg chg="mod">
          <ac:chgData name="Christopher Waight" userId="1a3842103bc05fd8" providerId="LiveId" clId="{9344C708-949E-462A-96C8-A4102DE02D35}" dt="2024-01-24T08:33:30.950" v="4247" actId="14100"/>
          <ac:spMkLst>
            <pc:docMk/>
            <pc:sldMk cId="0" sldId="256"/>
            <ac:spMk id="96" creationId="{00000000-0000-0000-0000-000000000000}"/>
          </ac:spMkLst>
        </pc:spChg>
        <pc:spChg chg="mod">
          <ac:chgData name="Christopher Waight" userId="1a3842103bc05fd8" providerId="LiveId" clId="{9344C708-949E-462A-96C8-A4102DE02D35}" dt="2024-01-23T23:16:57.905" v="2366" actId="14100"/>
          <ac:spMkLst>
            <pc:docMk/>
            <pc:sldMk cId="0" sldId="256"/>
            <ac:spMk id="97" creationId="{00000000-0000-0000-0000-000000000000}"/>
          </ac:spMkLst>
        </pc:spChg>
        <pc:spChg chg="mod">
          <ac:chgData name="Christopher Waight" userId="1a3842103bc05fd8" providerId="LiveId" clId="{9344C708-949E-462A-96C8-A4102DE02D35}" dt="2024-01-23T19:40:58.216" v="1876" actId="14100"/>
          <ac:spMkLst>
            <pc:docMk/>
            <pc:sldMk cId="0" sldId="256"/>
            <ac:spMk id="98" creationId="{00000000-0000-0000-0000-000000000000}"/>
          </ac:spMkLst>
        </pc:spChg>
        <pc:spChg chg="mod">
          <ac:chgData name="Christopher Waight" userId="1a3842103bc05fd8" providerId="LiveId" clId="{9344C708-949E-462A-96C8-A4102DE02D35}" dt="2024-01-23T23:17:36.528" v="2374" actId="14100"/>
          <ac:spMkLst>
            <pc:docMk/>
            <pc:sldMk cId="0" sldId="256"/>
            <ac:spMk id="99" creationId="{00000000-0000-0000-0000-000000000000}"/>
          </ac:spMkLst>
        </pc:spChg>
        <pc:spChg chg="mod">
          <ac:chgData name="Christopher Waight" userId="1a3842103bc05fd8" providerId="LiveId" clId="{9344C708-949E-462A-96C8-A4102DE02D35}" dt="2024-01-23T23:48:26.141" v="3117" actId="14100"/>
          <ac:spMkLst>
            <pc:docMk/>
            <pc:sldMk cId="0" sldId="256"/>
            <ac:spMk id="100" creationId="{00000000-0000-0000-0000-000000000000}"/>
          </ac:spMkLst>
        </pc:spChg>
        <pc:spChg chg="mod">
          <ac:chgData name="Christopher Waight" userId="1a3842103bc05fd8" providerId="LiveId" clId="{9344C708-949E-462A-96C8-A4102DE02D35}" dt="2024-01-24T00:10:44.583" v="3464" actId="14100"/>
          <ac:spMkLst>
            <pc:docMk/>
            <pc:sldMk cId="0" sldId="256"/>
            <ac:spMk id="101" creationId="{00000000-0000-0000-0000-000000000000}"/>
          </ac:spMkLst>
        </pc:spChg>
        <pc:spChg chg="mod">
          <ac:chgData name="Christopher Waight" userId="1a3842103bc05fd8" providerId="LiveId" clId="{9344C708-949E-462A-96C8-A4102DE02D35}" dt="2024-01-24T08:34:28.484" v="4271" actId="1076"/>
          <ac:spMkLst>
            <pc:docMk/>
            <pc:sldMk cId="0" sldId="256"/>
            <ac:spMk id="102" creationId="{00000000-0000-0000-0000-000000000000}"/>
          </ac:spMkLst>
        </pc:spChg>
        <pc:spChg chg="mod">
          <ac:chgData name="Christopher Waight" userId="1a3842103bc05fd8" providerId="LiveId" clId="{9344C708-949E-462A-96C8-A4102DE02D35}" dt="2024-01-24T04:22:35.822" v="3840" actId="108"/>
          <ac:spMkLst>
            <pc:docMk/>
            <pc:sldMk cId="0" sldId="256"/>
            <ac:spMk id="103" creationId="{00000000-0000-0000-0000-000000000000}"/>
          </ac:spMkLst>
        </pc:spChg>
        <pc:spChg chg="mod">
          <ac:chgData name="Christopher Waight" userId="1a3842103bc05fd8" providerId="LiveId" clId="{9344C708-949E-462A-96C8-A4102DE02D35}" dt="2024-01-23T23:48:13.129" v="3115" actId="14100"/>
          <ac:spMkLst>
            <pc:docMk/>
            <pc:sldMk cId="0" sldId="256"/>
            <ac:spMk id="104" creationId="{00000000-0000-0000-0000-000000000000}"/>
          </ac:spMkLst>
        </pc:spChg>
        <pc:spChg chg="mod">
          <ac:chgData name="Christopher Waight" userId="1a3842103bc05fd8" providerId="LiveId" clId="{9344C708-949E-462A-96C8-A4102DE02D35}" dt="2024-01-23T23:12:00.275" v="2178" actId="14100"/>
          <ac:spMkLst>
            <pc:docMk/>
            <pc:sldMk cId="0" sldId="256"/>
            <ac:spMk id="105" creationId="{00000000-0000-0000-0000-000000000000}"/>
          </ac:spMkLst>
        </pc:spChg>
        <pc:spChg chg="mod">
          <ac:chgData name="Christopher Waight" userId="1a3842103bc05fd8" providerId="LiveId" clId="{9344C708-949E-462A-96C8-A4102DE02D35}" dt="2024-01-23T19:36:46.060" v="1841" actId="14100"/>
          <ac:spMkLst>
            <pc:docMk/>
            <pc:sldMk cId="0" sldId="256"/>
            <ac:spMk id="106" creationId="{00000000-0000-0000-0000-000000000000}"/>
          </ac:spMkLst>
        </pc:spChg>
        <pc:spChg chg="mod">
          <ac:chgData name="Christopher Waight" userId="1a3842103bc05fd8" providerId="LiveId" clId="{9344C708-949E-462A-96C8-A4102DE02D35}" dt="2024-01-24T08:31:50.597" v="4240" actId="14100"/>
          <ac:spMkLst>
            <pc:docMk/>
            <pc:sldMk cId="0" sldId="256"/>
            <ac:spMk id="107" creationId="{00000000-0000-0000-0000-000000000000}"/>
          </ac:spMkLst>
        </pc:spChg>
        <pc:spChg chg="mod">
          <ac:chgData name="Christopher Waight" userId="1a3842103bc05fd8" providerId="LiveId" clId="{9344C708-949E-462A-96C8-A4102DE02D35}" dt="2024-01-24T08:33:38.547" v="4248" actId="14100"/>
          <ac:spMkLst>
            <pc:docMk/>
            <pc:sldMk cId="0" sldId="256"/>
            <ac:spMk id="108" creationId="{00000000-0000-0000-0000-000000000000}"/>
          </ac:spMkLst>
        </pc:spChg>
        <pc:spChg chg="mod">
          <ac:chgData name="Christopher Waight" userId="1a3842103bc05fd8" providerId="LiveId" clId="{9344C708-949E-462A-96C8-A4102DE02D35}" dt="2024-01-24T08:33:46.516" v="4249" actId="14100"/>
          <ac:spMkLst>
            <pc:docMk/>
            <pc:sldMk cId="0" sldId="256"/>
            <ac:spMk id="109" creationId="{00000000-0000-0000-0000-000000000000}"/>
          </ac:spMkLst>
        </pc:spChg>
        <pc:spChg chg="mod">
          <ac:chgData name="Christopher Waight" userId="1a3842103bc05fd8" providerId="LiveId" clId="{9344C708-949E-462A-96C8-A4102DE02D35}" dt="2024-01-24T04:21:10.661" v="3825" actId="6549"/>
          <ac:spMkLst>
            <pc:docMk/>
            <pc:sldMk cId="0" sldId="256"/>
            <ac:spMk id="110" creationId="{00000000-0000-0000-0000-000000000000}"/>
          </ac:spMkLst>
        </pc:spChg>
        <pc:spChg chg="mod">
          <ac:chgData name="Christopher Waight" userId="1a3842103bc05fd8" providerId="LiveId" clId="{9344C708-949E-462A-96C8-A4102DE02D35}" dt="2024-01-23T23:16:41.388" v="2363" actId="1076"/>
          <ac:spMkLst>
            <pc:docMk/>
            <pc:sldMk cId="0" sldId="256"/>
            <ac:spMk id="111" creationId="{00000000-0000-0000-0000-000000000000}"/>
          </ac:spMkLst>
        </pc:spChg>
        <pc:spChg chg="mod">
          <ac:chgData name="Christopher Waight" userId="1a3842103bc05fd8" providerId="LiveId" clId="{9344C708-949E-462A-96C8-A4102DE02D35}" dt="2024-01-23T19:41:15.608" v="1880" actId="1076"/>
          <ac:spMkLst>
            <pc:docMk/>
            <pc:sldMk cId="0" sldId="256"/>
            <ac:spMk id="112" creationId="{00000000-0000-0000-0000-000000000000}"/>
          </ac:spMkLst>
        </pc:spChg>
        <pc:spChg chg="mod">
          <ac:chgData name="Christopher Waight" userId="1a3842103bc05fd8" providerId="LiveId" clId="{9344C708-949E-462A-96C8-A4102DE02D35}" dt="2024-01-23T19:40:49.355" v="1875" actId="20577"/>
          <ac:spMkLst>
            <pc:docMk/>
            <pc:sldMk cId="0" sldId="256"/>
            <ac:spMk id="114" creationId="{00000000-0000-0000-0000-000000000000}"/>
          </ac:spMkLst>
        </pc:spChg>
        <pc:spChg chg="mod">
          <ac:chgData name="Christopher Waight" userId="1a3842103bc05fd8" providerId="LiveId" clId="{9344C708-949E-462A-96C8-A4102DE02D35}" dt="2024-01-24T04:24:21.014" v="3862" actId="20577"/>
          <ac:spMkLst>
            <pc:docMk/>
            <pc:sldMk cId="0" sldId="256"/>
            <ac:spMk id="115" creationId="{00000000-0000-0000-0000-000000000000}"/>
          </ac:spMkLst>
        </pc:spChg>
        <pc:spChg chg="del mod">
          <ac:chgData name="Christopher Waight" userId="1a3842103bc05fd8" providerId="LiveId" clId="{9344C708-949E-462A-96C8-A4102DE02D35}" dt="2024-01-24T04:21:28.931" v="3826" actId="478"/>
          <ac:spMkLst>
            <pc:docMk/>
            <pc:sldMk cId="0" sldId="256"/>
            <ac:spMk id="117" creationId="{00000000-0000-0000-0000-000000000000}"/>
          </ac:spMkLst>
        </pc:spChg>
        <pc:spChg chg="mod">
          <ac:chgData name="Christopher Waight" userId="1a3842103bc05fd8" providerId="LiveId" clId="{9344C708-949E-462A-96C8-A4102DE02D35}" dt="2024-01-24T04:25:07.560" v="3890" actId="20577"/>
          <ac:spMkLst>
            <pc:docMk/>
            <pc:sldMk cId="0" sldId="256"/>
            <ac:spMk id="118" creationId="{00000000-0000-0000-0000-000000000000}"/>
          </ac:spMkLst>
        </pc:spChg>
        <pc:spChg chg="del mod">
          <ac:chgData name="Christopher Waight" userId="1a3842103bc05fd8" providerId="LiveId" clId="{9344C708-949E-462A-96C8-A4102DE02D35}" dt="2024-01-23T23:48:06.786" v="3113" actId="478"/>
          <ac:spMkLst>
            <pc:docMk/>
            <pc:sldMk cId="0" sldId="256"/>
            <ac:spMk id="122" creationId="{00000000-0000-0000-0000-000000000000}"/>
          </ac:spMkLst>
        </pc:spChg>
        <pc:spChg chg="del mod">
          <ac:chgData name="Christopher Waight" userId="1a3842103bc05fd8" providerId="LiveId" clId="{9344C708-949E-462A-96C8-A4102DE02D35}" dt="2024-01-23T23:48:09.395" v="3114" actId="478"/>
          <ac:spMkLst>
            <pc:docMk/>
            <pc:sldMk cId="0" sldId="256"/>
            <ac:spMk id="124" creationId="{00000000-0000-0000-0000-000000000000}"/>
          </ac:spMkLst>
        </pc:spChg>
        <pc:spChg chg="mod">
          <ac:chgData name="Christopher Waight" userId="1a3842103bc05fd8" providerId="LiveId" clId="{9344C708-949E-462A-96C8-A4102DE02D35}" dt="2024-01-24T08:35:43.140" v="4283" actId="20577"/>
          <ac:spMkLst>
            <pc:docMk/>
            <pc:sldMk cId="0" sldId="256"/>
            <ac:spMk id="125" creationId="{00000000-0000-0000-0000-000000000000}"/>
          </ac:spMkLst>
        </pc:spChg>
        <pc:spChg chg="del">
          <ac:chgData name="Christopher Waight" userId="1a3842103bc05fd8" providerId="LiveId" clId="{9344C708-949E-462A-96C8-A4102DE02D35}" dt="2024-01-24T00:14:48.545" v="3778" actId="478"/>
          <ac:spMkLst>
            <pc:docMk/>
            <pc:sldMk cId="0" sldId="256"/>
            <ac:spMk id="126" creationId="{00000000-0000-0000-0000-000000000000}"/>
          </ac:spMkLst>
        </pc:spChg>
        <pc:spChg chg="mod">
          <ac:chgData name="Christopher Waight" userId="1a3842103bc05fd8" providerId="LiveId" clId="{9344C708-949E-462A-96C8-A4102DE02D35}" dt="2024-01-24T08:33:20.359" v="4246" actId="14100"/>
          <ac:spMkLst>
            <pc:docMk/>
            <pc:sldMk cId="0" sldId="256"/>
            <ac:spMk id="128" creationId="{00000000-0000-0000-0000-000000000000}"/>
          </ac:spMkLst>
        </pc:spChg>
        <pc:spChg chg="mod">
          <ac:chgData name="Christopher Waight" userId="1a3842103bc05fd8" providerId="LiveId" clId="{9344C708-949E-462A-96C8-A4102DE02D35}" dt="2024-01-24T04:41:11.204" v="4013" actId="14100"/>
          <ac:spMkLst>
            <pc:docMk/>
            <pc:sldMk cId="0" sldId="256"/>
            <ac:spMk id="130" creationId="{00000000-0000-0000-0000-000000000000}"/>
          </ac:spMkLst>
        </pc:spChg>
        <pc:picChg chg="add del mod">
          <ac:chgData name="Christopher Waight" userId="1a3842103bc05fd8" providerId="LiveId" clId="{9344C708-949E-462A-96C8-A4102DE02D35}" dt="2024-01-24T07:16:07.021" v="4150" actId="478"/>
          <ac:picMkLst>
            <pc:docMk/>
            <pc:sldMk cId="0" sldId="256"/>
            <ac:picMk id="8" creationId="{0C68DBCF-A680-A63D-0DCA-039DCBF32D11}"/>
          </ac:picMkLst>
        </pc:picChg>
        <pc:picChg chg="add del mod">
          <ac:chgData name="Christopher Waight" userId="1a3842103bc05fd8" providerId="LiveId" clId="{9344C708-949E-462A-96C8-A4102DE02D35}" dt="2024-01-24T06:47:22.459" v="4014" actId="478"/>
          <ac:picMkLst>
            <pc:docMk/>
            <pc:sldMk cId="0" sldId="256"/>
            <ac:picMk id="10" creationId="{C7B12EBE-F826-7177-17A0-6D6445E9D22D}"/>
          </ac:picMkLst>
        </pc:picChg>
        <pc:picChg chg="add mod">
          <ac:chgData name="Christopher Waight" userId="1a3842103bc05fd8" providerId="LiveId" clId="{9344C708-949E-462A-96C8-A4102DE02D35}" dt="2024-01-24T06:47:45.870" v="4023" actId="1076"/>
          <ac:picMkLst>
            <pc:docMk/>
            <pc:sldMk cId="0" sldId="256"/>
            <ac:picMk id="12" creationId="{1018C268-F50E-A4FC-1F5D-E7A0C6AE9AD7}"/>
          </ac:picMkLst>
        </pc:picChg>
        <pc:picChg chg="add mod">
          <ac:chgData name="Christopher Waight" userId="1a3842103bc05fd8" providerId="LiveId" clId="{9344C708-949E-462A-96C8-A4102DE02D35}" dt="2024-01-24T04:36:02.618" v="3939" actId="1076"/>
          <ac:picMkLst>
            <pc:docMk/>
            <pc:sldMk cId="0" sldId="256"/>
            <ac:picMk id="14" creationId="{CB33B9A5-04D6-1FDB-B8CF-9A6B637CB5CA}"/>
          </ac:picMkLst>
        </pc:picChg>
        <pc:picChg chg="add mod">
          <ac:chgData name="Christopher Waight" userId="1a3842103bc05fd8" providerId="LiveId" clId="{9344C708-949E-462A-96C8-A4102DE02D35}" dt="2024-01-24T06:47:42.060" v="4021" actId="14100"/>
          <ac:picMkLst>
            <pc:docMk/>
            <pc:sldMk cId="0" sldId="256"/>
            <ac:picMk id="16" creationId="{01DA5230-8810-FF72-D1FA-7F57A33A6EC1}"/>
          </ac:picMkLst>
        </pc:picChg>
        <pc:picChg chg="add mod">
          <ac:chgData name="Christopher Waight" userId="1a3842103bc05fd8" providerId="LiveId" clId="{9344C708-949E-462A-96C8-A4102DE02D35}" dt="2024-01-24T07:16:18.794" v="4154" actId="1076"/>
          <ac:picMkLst>
            <pc:docMk/>
            <pc:sldMk cId="0" sldId="256"/>
            <ac:picMk id="18" creationId="{FF5AA0B9-A6C6-6A96-B79B-8725896BA88D}"/>
          </ac:picMkLst>
        </pc:picChg>
        <pc:picChg chg="mod">
          <ac:chgData name="Christopher Waight" userId="1a3842103bc05fd8" providerId="LiveId" clId="{9344C708-949E-462A-96C8-A4102DE02D35}" dt="2024-01-23T18:43:53.273" v="101" actId="1038"/>
          <ac:picMkLst>
            <pc:docMk/>
            <pc:sldMk cId="0" sldId="256"/>
            <ac:picMk id="93" creationId="{00000000-0000-0000-0000-000000000000}"/>
          </ac:picMkLst>
        </pc:picChg>
        <pc:picChg chg="del mod">
          <ac:chgData name="Christopher Waight" userId="1a3842103bc05fd8" providerId="LiveId" clId="{9344C708-949E-462A-96C8-A4102DE02D35}" dt="2024-01-23T23:50:29.926" v="3120" actId="478"/>
          <ac:picMkLst>
            <pc:docMk/>
            <pc:sldMk cId="0" sldId="256"/>
            <ac:picMk id="116" creationId="{00000000-0000-0000-0000-000000000000}"/>
          </ac:picMkLst>
        </pc:picChg>
        <pc:picChg chg="del">
          <ac:chgData name="Christopher Waight" userId="1a3842103bc05fd8" providerId="LiveId" clId="{9344C708-949E-462A-96C8-A4102DE02D35}" dt="2024-01-23T19:34:58.340" v="1719" actId="478"/>
          <ac:picMkLst>
            <pc:docMk/>
            <pc:sldMk cId="0" sldId="256"/>
            <ac:picMk id="119" creationId="{00000000-0000-0000-0000-000000000000}"/>
          </ac:picMkLst>
        </pc:picChg>
        <pc:picChg chg="del">
          <ac:chgData name="Christopher Waight" userId="1a3842103bc05fd8" providerId="LiveId" clId="{9344C708-949E-462A-96C8-A4102DE02D35}" dt="2024-01-23T23:50:35.159" v="3123" actId="478"/>
          <ac:picMkLst>
            <pc:docMk/>
            <pc:sldMk cId="0" sldId="256"/>
            <ac:picMk id="120" creationId="{00000000-0000-0000-0000-000000000000}"/>
          </ac:picMkLst>
        </pc:picChg>
        <pc:picChg chg="del">
          <ac:chgData name="Christopher Waight" userId="1a3842103bc05fd8" providerId="LiveId" clId="{9344C708-949E-462A-96C8-A4102DE02D35}" dt="2024-01-23T23:47:54.362" v="3109" actId="478"/>
          <ac:picMkLst>
            <pc:docMk/>
            <pc:sldMk cId="0" sldId="256"/>
            <ac:picMk id="121" creationId="{00000000-0000-0000-0000-000000000000}"/>
          </ac:picMkLst>
        </pc:picChg>
        <pc:picChg chg="del">
          <ac:chgData name="Christopher Waight" userId="1a3842103bc05fd8" providerId="LiveId" clId="{9344C708-949E-462A-96C8-A4102DE02D35}" dt="2024-01-23T23:48:00.026" v="3110" actId="478"/>
          <ac:picMkLst>
            <pc:docMk/>
            <pc:sldMk cId="0" sldId="256"/>
            <ac:picMk id="123" creationId="{00000000-0000-0000-0000-000000000000}"/>
          </ac:picMkLst>
        </pc:picChg>
        <pc:picChg chg="del">
          <ac:chgData name="Christopher Waight" userId="1a3842103bc05fd8" providerId="LiveId" clId="{9344C708-949E-462A-96C8-A4102DE02D35}" dt="2024-01-23T23:50:30.951" v="3121" actId="478"/>
          <ac:picMkLst>
            <pc:docMk/>
            <pc:sldMk cId="0" sldId="256"/>
            <ac:picMk id="127" creationId="{00000000-0000-0000-0000-000000000000}"/>
          </ac:picMkLst>
        </pc:picChg>
        <pc:picChg chg="del">
          <ac:chgData name="Christopher Waight" userId="1a3842103bc05fd8" providerId="LiveId" clId="{9344C708-949E-462A-96C8-A4102DE02D35}" dt="2024-01-23T23:50:32.320" v="3122" actId="478"/>
          <ac:picMkLst>
            <pc:docMk/>
            <pc:sldMk cId="0" sldId="256"/>
            <ac:picMk id="131" creationId="{00000000-0000-0000-0000-000000000000}"/>
          </ac:picMkLst>
        </pc:picChg>
        <pc:picChg chg="del mod">
          <ac:chgData name="Christopher Waight" userId="1a3842103bc05fd8" providerId="LiveId" clId="{9344C708-949E-462A-96C8-A4102DE02D35}" dt="2024-01-24T04:35:47.394" v="3935" actId="478"/>
          <ac:picMkLst>
            <pc:docMk/>
            <pc:sldMk cId="0" sldId="256"/>
            <ac:picMk id="132" creationId="{00000000-0000-0000-0000-000000000000}"/>
          </ac:picMkLst>
        </pc:picChg>
        <pc:picChg chg="del">
          <ac:chgData name="Christopher Waight" userId="1a3842103bc05fd8" providerId="LiveId" clId="{9344C708-949E-462A-96C8-A4102DE02D35}" dt="2024-01-23T23:50:27.120" v="3119" actId="478"/>
          <ac:picMkLst>
            <pc:docMk/>
            <pc:sldMk cId="0" sldId="256"/>
            <ac:picMk id="133" creationId="{00000000-0000-0000-0000-000000000000}"/>
          </ac:picMkLst>
        </pc:picChg>
        <pc:cxnChg chg="del">
          <ac:chgData name="Christopher Waight" userId="1a3842103bc05fd8" providerId="LiveId" clId="{9344C708-949E-462A-96C8-A4102DE02D35}" dt="2024-01-24T04:16:30.753" v="3795" actId="478"/>
          <ac:cxnSpMkLst>
            <pc:docMk/>
            <pc:sldMk cId="0" sldId="256"/>
            <ac:cxnSpMk id="129" creationId="{00000000-0000-0000-0000-0000000000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497013" y="1200150"/>
            <a:ext cx="4321175"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497013" y="1200150"/>
            <a:ext cx="4321175"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291840" y="5387342"/>
            <a:ext cx="37307520" cy="1146048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5486400" y="17289782"/>
            <a:ext cx="32918400" cy="79476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a:endParaRPr/>
          </a:p>
        </p:txBody>
      </p:sp>
      <p:sp>
        <p:nvSpPr>
          <p:cNvPr id="18" name="Google Shape;18;p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994662" y="8206749"/>
            <a:ext cx="37856160" cy="136931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994662" y="22029429"/>
            <a:ext cx="37856160" cy="72008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11520"/>
              <a:buNone/>
              <a:defRPr sz="11520">
                <a:solidFill>
                  <a:schemeClr val="dk1"/>
                </a:solidFill>
              </a:defRPr>
            </a:lvl1pPr>
            <a:lvl2pPr marL="914400" lvl="1" indent="-228600" algn="l">
              <a:lnSpc>
                <a:spcPct val="90000"/>
              </a:lnSpc>
              <a:spcBef>
                <a:spcPts val="2400"/>
              </a:spcBef>
              <a:spcAft>
                <a:spcPts val="0"/>
              </a:spcAft>
              <a:buClr>
                <a:srgbClr val="888888"/>
              </a:buClr>
              <a:buSzPts val="9600"/>
              <a:buNone/>
              <a:defRPr sz="9600">
                <a:solidFill>
                  <a:srgbClr val="888888"/>
                </a:solidFill>
              </a:defRPr>
            </a:lvl2pPr>
            <a:lvl3pPr marL="1371600" lvl="2" indent="-228600" algn="l">
              <a:lnSpc>
                <a:spcPct val="90000"/>
              </a:lnSpc>
              <a:spcBef>
                <a:spcPts val="2400"/>
              </a:spcBef>
              <a:spcAft>
                <a:spcPts val="0"/>
              </a:spcAft>
              <a:buClr>
                <a:srgbClr val="888888"/>
              </a:buClr>
              <a:buSzPts val="8640"/>
              <a:buNone/>
              <a:defRPr sz="8640">
                <a:solidFill>
                  <a:srgbClr val="888888"/>
                </a:solidFill>
              </a:defRPr>
            </a:lvl3pPr>
            <a:lvl4pPr marL="1828800" lvl="3" indent="-228600" algn="l">
              <a:lnSpc>
                <a:spcPct val="90000"/>
              </a:lnSpc>
              <a:spcBef>
                <a:spcPts val="2400"/>
              </a:spcBef>
              <a:spcAft>
                <a:spcPts val="0"/>
              </a:spcAft>
              <a:buClr>
                <a:srgbClr val="888888"/>
              </a:buClr>
              <a:buSzPts val="7680"/>
              <a:buNone/>
              <a:defRPr sz="7680">
                <a:solidFill>
                  <a:srgbClr val="888888"/>
                </a:solidFill>
              </a:defRPr>
            </a:lvl4pPr>
            <a:lvl5pPr marL="2286000" lvl="4" indent="-228600" algn="l">
              <a:lnSpc>
                <a:spcPct val="90000"/>
              </a:lnSpc>
              <a:spcBef>
                <a:spcPts val="2400"/>
              </a:spcBef>
              <a:spcAft>
                <a:spcPts val="0"/>
              </a:spcAft>
              <a:buClr>
                <a:srgbClr val="888888"/>
              </a:buClr>
              <a:buSzPts val="7680"/>
              <a:buNone/>
              <a:defRPr sz="7680">
                <a:solidFill>
                  <a:srgbClr val="888888"/>
                </a:solidFill>
              </a:defRPr>
            </a:lvl5pPr>
            <a:lvl6pPr marL="2743200" lvl="5" indent="-228600" algn="l">
              <a:lnSpc>
                <a:spcPct val="90000"/>
              </a:lnSpc>
              <a:spcBef>
                <a:spcPts val="2400"/>
              </a:spcBef>
              <a:spcAft>
                <a:spcPts val="0"/>
              </a:spcAft>
              <a:buClr>
                <a:srgbClr val="888888"/>
              </a:buClr>
              <a:buSzPts val="7680"/>
              <a:buNone/>
              <a:defRPr sz="7680">
                <a:solidFill>
                  <a:srgbClr val="888888"/>
                </a:solidFill>
              </a:defRPr>
            </a:lvl6pPr>
            <a:lvl7pPr marL="3200400" lvl="6" indent="-228600" algn="l">
              <a:lnSpc>
                <a:spcPct val="90000"/>
              </a:lnSpc>
              <a:spcBef>
                <a:spcPts val="2400"/>
              </a:spcBef>
              <a:spcAft>
                <a:spcPts val="0"/>
              </a:spcAft>
              <a:buClr>
                <a:srgbClr val="888888"/>
              </a:buClr>
              <a:buSzPts val="7680"/>
              <a:buNone/>
              <a:defRPr sz="7680">
                <a:solidFill>
                  <a:srgbClr val="888888"/>
                </a:solidFill>
              </a:defRPr>
            </a:lvl7pPr>
            <a:lvl8pPr marL="3657600" lvl="7" indent="-228600" algn="l">
              <a:lnSpc>
                <a:spcPct val="90000"/>
              </a:lnSpc>
              <a:spcBef>
                <a:spcPts val="2400"/>
              </a:spcBef>
              <a:spcAft>
                <a:spcPts val="0"/>
              </a:spcAft>
              <a:buClr>
                <a:srgbClr val="888888"/>
              </a:buClr>
              <a:buSzPts val="7680"/>
              <a:buNone/>
              <a:defRPr sz="7680">
                <a:solidFill>
                  <a:srgbClr val="888888"/>
                </a:solidFill>
              </a:defRPr>
            </a:lvl8pPr>
            <a:lvl9pPr marL="4114800" lvl="8" indent="-228600" algn="l">
              <a:lnSpc>
                <a:spcPct val="90000"/>
              </a:lnSpc>
              <a:spcBef>
                <a:spcPts val="2400"/>
              </a:spcBef>
              <a:spcAft>
                <a:spcPts val="0"/>
              </a:spcAft>
              <a:buClr>
                <a:srgbClr val="888888"/>
              </a:buClr>
              <a:buSzPts val="7680"/>
              <a:buNone/>
              <a:defRPr sz="7680">
                <a:solidFill>
                  <a:srgbClr val="888888"/>
                </a:solidFill>
              </a:defRPr>
            </a:lvl9pPr>
          </a:lstStyle>
          <a:p>
            <a:endParaRPr/>
          </a:p>
        </p:txBody>
      </p:sp>
      <p:sp>
        <p:nvSpPr>
          <p:cNvPr id="30" name="Google Shape;30;p5"/>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0175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222199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023237"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023242" y="8069582"/>
            <a:ext cx="18568032"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3" name="Google Shape;43;p7"/>
          <p:cNvSpPr txBox="1">
            <a:spLocks noGrp="1"/>
          </p:cNvSpPr>
          <p:nvPr>
            <p:ph type="body" idx="2"/>
          </p:nvPr>
        </p:nvSpPr>
        <p:spPr>
          <a:xfrm>
            <a:off x="3023242" y="12024360"/>
            <a:ext cx="18568032"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22219922" y="8069582"/>
            <a:ext cx="18659477"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5" name="Google Shape;45;p7"/>
          <p:cNvSpPr txBox="1">
            <a:spLocks noGrp="1"/>
          </p:cNvSpPr>
          <p:nvPr>
            <p:ph type="body" idx="4"/>
          </p:nvPr>
        </p:nvSpPr>
        <p:spPr>
          <a:xfrm>
            <a:off x="22219922" y="12024360"/>
            <a:ext cx="18659477"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8659477" y="4739647"/>
            <a:ext cx="22219920" cy="23393400"/>
          </a:xfrm>
          <a:prstGeom prst="rect">
            <a:avLst/>
          </a:prstGeom>
          <a:noFill/>
          <a:ln>
            <a:noFill/>
          </a:ln>
        </p:spPr>
        <p:txBody>
          <a:bodyPr spcFirstLastPara="1" wrap="square" lIns="91425" tIns="45700" rIns="91425" bIns="45700" anchor="t" anchorCtr="0">
            <a:normAutofit/>
          </a:bodyPr>
          <a:lstStyle>
            <a:lvl1pPr marL="457200" lvl="0" indent="-1203960" algn="l">
              <a:lnSpc>
                <a:spcPct val="90000"/>
              </a:lnSpc>
              <a:spcBef>
                <a:spcPts val="4800"/>
              </a:spcBef>
              <a:spcAft>
                <a:spcPts val="0"/>
              </a:spcAft>
              <a:buClr>
                <a:schemeClr val="dk1"/>
              </a:buClr>
              <a:buSzPts val="15360"/>
              <a:buChar char="•"/>
              <a:defRPr sz="15360"/>
            </a:lvl1pPr>
            <a:lvl2pPr marL="914400" lvl="1" indent="-1082040" algn="l">
              <a:lnSpc>
                <a:spcPct val="90000"/>
              </a:lnSpc>
              <a:spcBef>
                <a:spcPts val="2400"/>
              </a:spcBef>
              <a:spcAft>
                <a:spcPts val="0"/>
              </a:spcAft>
              <a:buClr>
                <a:schemeClr val="dk1"/>
              </a:buClr>
              <a:buSzPts val="13440"/>
              <a:buChar char="•"/>
              <a:defRPr sz="13439"/>
            </a:lvl2pPr>
            <a:lvl3pPr marL="1371600" lvl="2" indent="-960120" algn="l">
              <a:lnSpc>
                <a:spcPct val="90000"/>
              </a:lnSpc>
              <a:spcBef>
                <a:spcPts val="2400"/>
              </a:spcBef>
              <a:spcAft>
                <a:spcPts val="0"/>
              </a:spcAft>
              <a:buClr>
                <a:schemeClr val="dk1"/>
              </a:buClr>
              <a:buSzPts val="11520"/>
              <a:buChar char="•"/>
              <a:defRPr sz="11520"/>
            </a:lvl3pPr>
            <a:lvl4pPr marL="1828800" lvl="3" indent="-838200" algn="l">
              <a:lnSpc>
                <a:spcPct val="90000"/>
              </a:lnSpc>
              <a:spcBef>
                <a:spcPts val="2400"/>
              </a:spcBef>
              <a:spcAft>
                <a:spcPts val="0"/>
              </a:spcAft>
              <a:buClr>
                <a:schemeClr val="dk1"/>
              </a:buClr>
              <a:buSzPts val="9600"/>
              <a:buChar char="•"/>
              <a:defRPr sz="9600"/>
            </a:lvl4pPr>
            <a:lvl5pPr marL="2286000" lvl="4" indent="-838200" algn="l">
              <a:lnSpc>
                <a:spcPct val="90000"/>
              </a:lnSpc>
              <a:spcBef>
                <a:spcPts val="2400"/>
              </a:spcBef>
              <a:spcAft>
                <a:spcPts val="0"/>
              </a:spcAft>
              <a:buClr>
                <a:schemeClr val="dk1"/>
              </a:buClr>
              <a:buSzPts val="9600"/>
              <a:buChar char="•"/>
              <a:defRPr sz="9600"/>
            </a:lvl5pPr>
            <a:lvl6pPr marL="2743200" lvl="5" indent="-838200" algn="l">
              <a:lnSpc>
                <a:spcPct val="90000"/>
              </a:lnSpc>
              <a:spcBef>
                <a:spcPts val="2400"/>
              </a:spcBef>
              <a:spcAft>
                <a:spcPts val="0"/>
              </a:spcAft>
              <a:buClr>
                <a:schemeClr val="dk1"/>
              </a:buClr>
              <a:buSzPts val="9600"/>
              <a:buChar char="•"/>
              <a:defRPr sz="9600"/>
            </a:lvl6pPr>
            <a:lvl7pPr marL="3200400" lvl="6" indent="-838200" algn="l">
              <a:lnSpc>
                <a:spcPct val="90000"/>
              </a:lnSpc>
              <a:spcBef>
                <a:spcPts val="2400"/>
              </a:spcBef>
              <a:spcAft>
                <a:spcPts val="0"/>
              </a:spcAft>
              <a:buClr>
                <a:schemeClr val="dk1"/>
              </a:buClr>
              <a:buSzPts val="9600"/>
              <a:buChar char="•"/>
              <a:defRPr sz="9600"/>
            </a:lvl7pPr>
            <a:lvl8pPr marL="3657600" lvl="7" indent="-838200" algn="l">
              <a:lnSpc>
                <a:spcPct val="90000"/>
              </a:lnSpc>
              <a:spcBef>
                <a:spcPts val="2400"/>
              </a:spcBef>
              <a:spcAft>
                <a:spcPts val="0"/>
              </a:spcAft>
              <a:buClr>
                <a:schemeClr val="dk1"/>
              </a:buClr>
              <a:buSzPts val="9600"/>
              <a:buChar char="•"/>
              <a:defRPr sz="9600"/>
            </a:lvl8pPr>
            <a:lvl9pPr marL="4114800" lvl="8" indent="-838200" algn="l">
              <a:lnSpc>
                <a:spcPct val="90000"/>
              </a:lnSpc>
              <a:spcBef>
                <a:spcPts val="2400"/>
              </a:spcBef>
              <a:spcAft>
                <a:spcPts val="0"/>
              </a:spcAft>
              <a:buClr>
                <a:schemeClr val="dk1"/>
              </a:buClr>
              <a:buSzPts val="9600"/>
              <a:buChar char="•"/>
              <a:defRPr sz="9600"/>
            </a:lvl9pPr>
          </a:lstStyle>
          <a:p>
            <a:endParaRPr/>
          </a:p>
        </p:txBody>
      </p:sp>
      <p:sp>
        <p:nvSpPr>
          <p:cNvPr id="61" name="Google Shape;61;p10"/>
          <p:cNvSpPr txBox="1">
            <a:spLocks noGrp="1"/>
          </p:cNvSpPr>
          <p:nvPr>
            <p:ph type="body" idx="2"/>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2" name="Google Shape;62;p10"/>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
          <p:cNvSpPr>
            <a:spLocks noGrp="1"/>
          </p:cNvSpPr>
          <p:nvPr>
            <p:ph type="pic" idx="2"/>
          </p:nvPr>
        </p:nvSpPr>
        <p:spPr>
          <a:xfrm>
            <a:off x="18659477" y="4739647"/>
            <a:ext cx="22219920" cy="23393400"/>
          </a:xfrm>
          <a:prstGeom prst="rect">
            <a:avLst/>
          </a:prstGeom>
          <a:noFill/>
          <a:ln>
            <a:noFill/>
          </a:ln>
        </p:spPr>
      </p:sp>
      <p:sp>
        <p:nvSpPr>
          <p:cNvPr id="68" name="Google Shape;68;p11"/>
          <p:cNvSpPr txBox="1">
            <a:spLocks noGrp="1"/>
          </p:cNvSpPr>
          <p:nvPr>
            <p:ph type="body" idx="1"/>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9" name="Google Shape;69;p11"/>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11502389" y="278131"/>
            <a:ext cx="20886422" cy="37856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22193251" y="10968991"/>
            <a:ext cx="27896822" cy="94640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2990851" y="1779271"/>
            <a:ext cx="27896822" cy="27843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5760" b="0" i="0" u="none" strike="noStrike" cap="none">
                <a:solidFill>
                  <a:srgbClr val="888888"/>
                </a:solidFill>
                <a:latin typeface="Calibri"/>
                <a:ea typeface="Calibri"/>
                <a:cs typeface="Calibri"/>
                <a:sym typeface="Calibri"/>
              </a:defRPr>
            </a:lvl1pPr>
            <a:lvl2pPr marL="0" marR="0" lvl="1" indent="0" algn="r" rtl="0">
              <a:spcBef>
                <a:spcPts val="0"/>
              </a:spcBef>
              <a:buNone/>
              <a:defRPr sz="5760" b="0" i="0" u="none" strike="noStrike" cap="none">
                <a:solidFill>
                  <a:srgbClr val="888888"/>
                </a:solidFill>
                <a:latin typeface="Calibri"/>
                <a:ea typeface="Calibri"/>
                <a:cs typeface="Calibri"/>
                <a:sym typeface="Calibri"/>
              </a:defRPr>
            </a:lvl2pPr>
            <a:lvl3pPr marL="0" marR="0" lvl="2" indent="0" algn="r" rtl="0">
              <a:spcBef>
                <a:spcPts val="0"/>
              </a:spcBef>
              <a:buNone/>
              <a:defRPr sz="5760" b="0" i="0" u="none" strike="noStrike" cap="none">
                <a:solidFill>
                  <a:srgbClr val="888888"/>
                </a:solidFill>
                <a:latin typeface="Calibri"/>
                <a:ea typeface="Calibri"/>
                <a:cs typeface="Calibri"/>
                <a:sym typeface="Calibri"/>
              </a:defRPr>
            </a:lvl3pPr>
            <a:lvl4pPr marL="0" marR="0" lvl="3" indent="0" algn="r" rtl="0">
              <a:spcBef>
                <a:spcPts val="0"/>
              </a:spcBef>
              <a:buNone/>
              <a:defRPr sz="5760" b="0" i="0" u="none" strike="noStrike" cap="none">
                <a:solidFill>
                  <a:srgbClr val="888888"/>
                </a:solidFill>
                <a:latin typeface="Calibri"/>
                <a:ea typeface="Calibri"/>
                <a:cs typeface="Calibri"/>
                <a:sym typeface="Calibri"/>
              </a:defRPr>
            </a:lvl4pPr>
            <a:lvl5pPr marL="0" marR="0" lvl="4" indent="0" algn="r" rtl="0">
              <a:spcBef>
                <a:spcPts val="0"/>
              </a:spcBef>
              <a:buNone/>
              <a:defRPr sz="5760" b="0" i="0" u="none" strike="noStrike" cap="none">
                <a:solidFill>
                  <a:srgbClr val="888888"/>
                </a:solidFill>
                <a:latin typeface="Calibri"/>
                <a:ea typeface="Calibri"/>
                <a:cs typeface="Calibri"/>
                <a:sym typeface="Calibri"/>
              </a:defRPr>
            </a:lvl5pPr>
            <a:lvl6pPr marL="0" marR="0" lvl="5" indent="0" algn="r" rtl="0">
              <a:spcBef>
                <a:spcPts val="0"/>
              </a:spcBef>
              <a:buNone/>
              <a:defRPr sz="5760" b="0" i="0" u="none" strike="noStrike" cap="none">
                <a:solidFill>
                  <a:srgbClr val="888888"/>
                </a:solidFill>
                <a:latin typeface="Calibri"/>
                <a:ea typeface="Calibri"/>
                <a:cs typeface="Calibri"/>
                <a:sym typeface="Calibri"/>
              </a:defRPr>
            </a:lvl6pPr>
            <a:lvl7pPr marL="0" marR="0" lvl="6" indent="0" algn="r" rtl="0">
              <a:spcBef>
                <a:spcPts val="0"/>
              </a:spcBef>
              <a:buNone/>
              <a:defRPr sz="5760" b="0" i="0" u="none" strike="noStrike" cap="none">
                <a:solidFill>
                  <a:srgbClr val="888888"/>
                </a:solidFill>
                <a:latin typeface="Calibri"/>
                <a:ea typeface="Calibri"/>
                <a:cs typeface="Calibri"/>
                <a:sym typeface="Calibri"/>
              </a:defRPr>
            </a:lvl7pPr>
            <a:lvl8pPr marL="0" marR="0" lvl="7" indent="0" algn="r" rtl="0">
              <a:spcBef>
                <a:spcPts val="0"/>
              </a:spcBef>
              <a:buNone/>
              <a:defRPr sz="5760" b="0" i="0" u="none" strike="noStrike" cap="none">
                <a:solidFill>
                  <a:srgbClr val="888888"/>
                </a:solidFill>
                <a:latin typeface="Calibri"/>
                <a:ea typeface="Calibri"/>
                <a:cs typeface="Calibri"/>
                <a:sym typeface="Calibri"/>
              </a:defRPr>
            </a:lvl8pPr>
            <a:lvl9pPr marL="0" marR="0" lvl="8" indent="0" algn="r" rtl="0">
              <a:spcBef>
                <a:spcPts val="0"/>
              </a:spcBef>
              <a:buNone/>
              <a:defRPr sz="576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mailto:cwaight@scu.edu" TargetMode="External"/><Relationship Id="rId4" Type="http://schemas.openxmlformats.org/officeDocument/2006/relationships/image" Target="../media/image2.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404856" y="18545275"/>
            <a:ext cx="9006600" cy="138455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a:off x="457200" y="457200"/>
            <a:ext cx="42976800" cy="4325112"/>
          </a:xfrm>
          <a:prstGeom prst="rect">
            <a:avLst/>
          </a:prstGeom>
          <a:solidFill>
            <a:srgbClr val="B94747"/>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a:ea typeface="Times New Roman"/>
              <a:cs typeface="Times New Roman"/>
              <a:sym typeface="Times New Roman"/>
            </a:endParaRPr>
          </a:p>
        </p:txBody>
      </p:sp>
      <p:sp>
        <p:nvSpPr>
          <p:cNvPr id="90" name="Google Shape;90;p1"/>
          <p:cNvSpPr txBox="1">
            <a:spLocks noGrp="1"/>
          </p:cNvSpPr>
          <p:nvPr>
            <p:ph type="ctrTitle"/>
          </p:nvPr>
        </p:nvSpPr>
        <p:spPr>
          <a:xfrm>
            <a:off x="5220566" y="857158"/>
            <a:ext cx="34180800" cy="1836900"/>
          </a:xfrm>
          <a:prstGeom prst="rect">
            <a:avLst/>
          </a:prstGeom>
          <a:noFill/>
          <a:ln>
            <a:noFill/>
          </a:ln>
        </p:spPr>
        <p:txBody>
          <a:bodyPr spcFirstLastPara="1" wrap="square" lIns="91425" tIns="45700" rIns="91425" bIns="45700" anchor="b" anchorCtr="0">
            <a:noAutofit/>
          </a:bodyPr>
          <a:lstStyle/>
          <a:p>
            <a:pPr marL="0" lvl="0" indent="0" rtl="0">
              <a:lnSpc>
                <a:spcPct val="90000"/>
              </a:lnSpc>
              <a:spcBef>
                <a:spcPts val="0"/>
              </a:spcBef>
              <a:spcAft>
                <a:spcPts val="0"/>
              </a:spcAft>
              <a:buClr>
                <a:schemeClr val="lt1"/>
              </a:buClr>
              <a:buSzPts val="8800"/>
              <a:buFont typeface="Times New Roman"/>
              <a:buNone/>
            </a:pPr>
            <a:r>
              <a:rPr lang="en-US" sz="7600" dirty="0">
                <a:solidFill>
                  <a:schemeClr val="lt1"/>
                </a:solidFill>
                <a:latin typeface="Trebuchet MS"/>
                <a:ea typeface="Trebuchet MS"/>
                <a:cs typeface="Trebuchet MS"/>
                <a:sym typeface="Trebuchet MS"/>
              </a:rPr>
              <a:t>Centralized Control Primitives for Multi-Robot Navigation in 2D Vector Fields</a:t>
            </a:r>
            <a:endParaRPr sz="7600" dirty="0">
              <a:latin typeface="Trebuchet MS"/>
              <a:ea typeface="Trebuchet MS"/>
              <a:cs typeface="Trebuchet MS"/>
              <a:sym typeface="Trebuchet MS"/>
            </a:endParaRPr>
          </a:p>
        </p:txBody>
      </p:sp>
      <p:sp>
        <p:nvSpPr>
          <p:cNvPr id="91" name="Google Shape;91;p1"/>
          <p:cNvSpPr txBox="1"/>
          <p:nvPr/>
        </p:nvSpPr>
        <p:spPr>
          <a:xfrm>
            <a:off x="24067239" y="2485992"/>
            <a:ext cx="184731"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6000" b="0" i="0" u="none" strike="noStrike" cap="none">
              <a:solidFill>
                <a:schemeClr val="dk1"/>
              </a:solidFill>
              <a:latin typeface="Times New Roman"/>
              <a:ea typeface="Times New Roman"/>
              <a:cs typeface="Times New Roman"/>
              <a:sym typeface="Times New Roman"/>
            </a:endParaRPr>
          </a:p>
        </p:txBody>
      </p:sp>
      <p:sp>
        <p:nvSpPr>
          <p:cNvPr id="92" name="Google Shape;92;p1"/>
          <p:cNvSpPr txBox="1"/>
          <p:nvPr/>
        </p:nvSpPr>
        <p:spPr>
          <a:xfrm>
            <a:off x="12323011" y="2855534"/>
            <a:ext cx="18232800" cy="1600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900" dirty="0">
                <a:solidFill>
                  <a:schemeClr val="lt1"/>
                </a:solidFill>
                <a:latin typeface="Trebuchet MS"/>
                <a:ea typeface="Trebuchet MS"/>
                <a:cs typeface="Trebuchet MS"/>
                <a:sym typeface="Trebuchet MS"/>
              </a:rPr>
              <a:t>Christopher Waight</a:t>
            </a:r>
            <a:endParaRPr sz="4900" dirty="0">
              <a:latin typeface="Trebuchet MS"/>
              <a:ea typeface="Trebuchet MS"/>
              <a:cs typeface="Trebuchet MS"/>
              <a:sym typeface="Trebuchet MS"/>
            </a:endParaRPr>
          </a:p>
          <a:p>
            <a:pPr marL="0" marR="0" lvl="0" indent="0" algn="ctr" rtl="0">
              <a:spcBef>
                <a:spcPts val="0"/>
              </a:spcBef>
              <a:spcAft>
                <a:spcPts val="0"/>
              </a:spcAft>
              <a:buNone/>
            </a:pPr>
            <a:r>
              <a:rPr lang="en-US" sz="4900" i="0" u="none" strike="noStrike" cap="none" dirty="0">
                <a:solidFill>
                  <a:schemeClr val="lt1"/>
                </a:solidFill>
                <a:latin typeface="Trebuchet MS"/>
                <a:ea typeface="Trebuchet MS"/>
                <a:cs typeface="Trebuchet MS"/>
                <a:sym typeface="Trebuchet MS"/>
              </a:rPr>
              <a:t>Advisor: Dr. Christopher Kitts</a:t>
            </a:r>
            <a:endParaRPr sz="4900" i="0" u="none" strike="noStrike" cap="none" dirty="0">
              <a:solidFill>
                <a:schemeClr val="dk1"/>
              </a:solidFill>
              <a:latin typeface="Trebuchet MS"/>
              <a:ea typeface="Trebuchet MS"/>
              <a:cs typeface="Trebuchet MS"/>
              <a:sym typeface="Trebuchet MS"/>
            </a:endParaRPr>
          </a:p>
        </p:txBody>
      </p:sp>
      <p:pic>
        <p:nvPicPr>
          <p:cNvPr id="93" name="Google Shape;93;p1"/>
          <p:cNvPicPr preferRelativeResize="0"/>
          <p:nvPr/>
        </p:nvPicPr>
        <p:blipFill rotWithShape="1">
          <a:blip r:embed="rId3">
            <a:alphaModFix/>
          </a:blip>
          <a:srcRect/>
          <a:stretch/>
        </p:blipFill>
        <p:spPr>
          <a:xfrm>
            <a:off x="40027487" y="999220"/>
            <a:ext cx="2532888" cy="3026664"/>
          </a:xfrm>
          <a:prstGeom prst="rect">
            <a:avLst/>
          </a:prstGeom>
          <a:noFill/>
          <a:ln>
            <a:noFill/>
          </a:ln>
        </p:spPr>
      </p:pic>
      <p:pic>
        <p:nvPicPr>
          <p:cNvPr id="94" name="Google Shape;94;p1"/>
          <p:cNvPicPr preferRelativeResize="0"/>
          <p:nvPr/>
        </p:nvPicPr>
        <p:blipFill rotWithShape="1">
          <a:blip r:embed="rId4">
            <a:alphaModFix/>
          </a:blip>
          <a:srcRect/>
          <a:stretch/>
        </p:blipFill>
        <p:spPr>
          <a:xfrm>
            <a:off x="1342251" y="1092337"/>
            <a:ext cx="2904994" cy="2904994"/>
          </a:xfrm>
          <a:prstGeom prst="ellipse">
            <a:avLst/>
          </a:prstGeom>
          <a:noFill/>
          <a:ln>
            <a:noFill/>
          </a:ln>
        </p:spPr>
      </p:pic>
      <p:sp>
        <p:nvSpPr>
          <p:cNvPr id="95" name="Google Shape;95;p1"/>
          <p:cNvSpPr txBox="1"/>
          <p:nvPr/>
        </p:nvSpPr>
        <p:spPr>
          <a:xfrm>
            <a:off x="404856" y="18545277"/>
            <a:ext cx="9006600" cy="13236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Applications</a:t>
            </a:r>
            <a:endParaRPr dirty="0">
              <a:latin typeface="Trebuchet MS"/>
              <a:ea typeface="Trebuchet MS"/>
              <a:cs typeface="Trebuchet MS"/>
              <a:sym typeface="Trebuchet MS"/>
            </a:endParaRPr>
          </a:p>
        </p:txBody>
      </p:sp>
      <p:sp>
        <p:nvSpPr>
          <p:cNvPr id="96" name="Google Shape;96;p1"/>
          <p:cNvSpPr/>
          <p:nvPr/>
        </p:nvSpPr>
        <p:spPr>
          <a:xfrm>
            <a:off x="34453473" y="19754700"/>
            <a:ext cx="8932564" cy="510522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
          <p:cNvSpPr/>
          <p:nvPr/>
        </p:nvSpPr>
        <p:spPr>
          <a:xfrm>
            <a:off x="34453474" y="25077975"/>
            <a:ext cx="8980525" cy="740249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1"/>
          <p:cNvSpPr/>
          <p:nvPr/>
        </p:nvSpPr>
        <p:spPr>
          <a:xfrm>
            <a:off x="496525" y="5535100"/>
            <a:ext cx="8985825" cy="1275098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1"/>
          <p:cNvSpPr/>
          <p:nvPr/>
        </p:nvSpPr>
        <p:spPr>
          <a:xfrm>
            <a:off x="34456275" y="5611275"/>
            <a:ext cx="8980525" cy="1388297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1"/>
          <p:cNvSpPr/>
          <p:nvPr/>
        </p:nvSpPr>
        <p:spPr>
          <a:xfrm>
            <a:off x="10292775" y="12627437"/>
            <a:ext cx="10965000" cy="19763338"/>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01" name="Google Shape;101;p1"/>
          <p:cNvSpPr txBox="1"/>
          <p:nvPr/>
        </p:nvSpPr>
        <p:spPr>
          <a:xfrm>
            <a:off x="10832438" y="13044375"/>
            <a:ext cx="10103700" cy="1046400"/>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Basis Vector Fields</a:t>
            </a:r>
            <a:endParaRPr sz="1800" dirty="0">
              <a:latin typeface="Trebuchet MS"/>
              <a:ea typeface="Trebuchet MS"/>
              <a:cs typeface="Trebuchet MS"/>
              <a:sym typeface="Trebuchet MS"/>
            </a:endParaRPr>
          </a:p>
          <a:p>
            <a:pPr marL="0" marR="0" lvl="0" indent="0" algn="ctr" rtl="0">
              <a:spcBef>
                <a:spcPts val="0"/>
              </a:spcBef>
              <a:spcAft>
                <a:spcPts val="0"/>
              </a:spcAft>
              <a:buNone/>
            </a:pPr>
            <a:endParaRPr dirty="0"/>
          </a:p>
        </p:txBody>
      </p:sp>
      <p:sp>
        <p:nvSpPr>
          <p:cNvPr id="102" name="Google Shape;102;p1"/>
          <p:cNvSpPr/>
          <p:nvPr/>
        </p:nvSpPr>
        <p:spPr>
          <a:xfrm>
            <a:off x="22219875" y="12627437"/>
            <a:ext cx="11464850" cy="1983376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03" name="Google Shape;103;p1"/>
          <p:cNvSpPr txBox="1"/>
          <p:nvPr/>
        </p:nvSpPr>
        <p:spPr>
          <a:xfrm>
            <a:off x="23057675" y="13050391"/>
            <a:ext cx="11709600" cy="1046400"/>
          </a:xfrm>
          <a:prstGeom prst="rect">
            <a:avLst/>
          </a:prstGeom>
          <a:noFill/>
          <a:ln>
            <a:noFill/>
          </a:ln>
        </p:spPr>
        <p:txBody>
          <a:bodyPr spcFirstLastPara="1" wrap="square" lIns="91425" tIns="45700" rIns="91425" bIns="45700" anchor="t" anchorCtr="0">
            <a:spAutoFit/>
          </a:bodyPr>
          <a:lstStyle/>
          <a:p>
            <a:pPr marL="1371600" indent="457200"/>
            <a:r>
              <a:rPr lang="en-US" sz="4800" b="1" dirty="0">
                <a:solidFill>
                  <a:srgbClr val="0070C0"/>
                </a:solidFill>
                <a:latin typeface="Trebuchet MS"/>
                <a:sym typeface="Trebuchet MS"/>
              </a:rPr>
              <a:t>Navigation to ROI’s</a:t>
            </a:r>
            <a:endParaRPr sz="4800" b="1" dirty="0">
              <a:solidFill>
                <a:srgbClr val="0070C0"/>
              </a:solidFill>
              <a:latin typeface="Trebuchet MS"/>
              <a:sym typeface="Trebuchet MS"/>
            </a:endParaRPr>
          </a:p>
          <a:p>
            <a:pPr marL="0" marR="0" lvl="0" indent="0" algn="ctr" rtl="0">
              <a:spcBef>
                <a:spcPts val="0"/>
              </a:spcBef>
              <a:spcAft>
                <a:spcPts val="0"/>
              </a:spcAft>
              <a:buNone/>
            </a:pPr>
            <a:endParaRPr dirty="0"/>
          </a:p>
        </p:txBody>
      </p:sp>
      <p:sp>
        <p:nvSpPr>
          <p:cNvPr id="104" name="Google Shape;104;p1"/>
          <p:cNvSpPr/>
          <p:nvPr/>
        </p:nvSpPr>
        <p:spPr>
          <a:xfrm>
            <a:off x="10255025" y="5557275"/>
            <a:ext cx="23429700" cy="624119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 name="Google Shape;105;p1"/>
          <p:cNvSpPr txBox="1"/>
          <p:nvPr/>
        </p:nvSpPr>
        <p:spPr>
          <a:xfrm>
            <a:off x="34453474" y="5611275"/>
            <a:ext cx="8980576" cy="25551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lt1"/>
                </a:solidFill>
                <a:latin typeface="Trebuchet MS"/>
                <a:ea typeface="Trebuchet MS"/>
                <a:cs typeface="Trebuchet MS"/>
                <a:sym typeface="Trebuchet MS"/>
              </a:rPr>
              <a:t>Control Architecture</a:t>
            </a:r>
            <a:endParaRPr>
              <a:latin typeface="Trebuchet MS"/>
              <a:ea typeface="Trebuchet MS"/>
              <a:cs typeface="Trebuchet MS"/>
              <a:sym typeface="Trebuchet MS"/>
            </a:endParaRPr>
          </a:p>
        </p:txBody>
      </p:sp>
      <p:sp>
        <p:nvSpPr>
          <p:cNvPr id="106" name="Google Shape;106;p1"/>
          <p:cNvSpPr txBox="1"/>
          <p:nvPr/>
        </p:nvSpPr>
        <p:spPr>
          <a:xfrm>
            <a:off x="476875" y="5557275"/>
            <a:ext cx="9006600" cy="13236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lt1"/>
                </a:solidFill>
                <a:latin typeface="Trebuchet MS"/>
                <a:ea typeface="Trebuchet MS"/>
                <a:cs typeface="Trebuchet MS"/>
                <a:sym typeface="Trebuchet MS"/>
              </a:rPr>
              <a:t>Abstract</a:t>
            </a:r>
            <a:endParaRPr>
              <a:latin typeface="Trebuchet MS"/>
              <a:ea typeface="Trebuchet MS"/>
              <a:cs typeface="Trebuchet MS"/>
              <a:sym typeface="Trebuchet MS"/>
            </a:endParaRPr>
          </a:p>
        </p:txBody>
      </p:sp>
      <p:sp>
        <p:nvSpPr>
          <p:cNvPr id="107" name="Google Shape;107;p1"/>
          <p:cNvSpPr txBox="1"/>
          <p:nvPr/>
        </p:nvSpPr>
        <p:spPr>
          <a:xfrm>
            <a:off x="10251098" y="5569711"/>
            <a:ext cx="23408051" cy="13236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lt1"/>
                </a:solidFill>
                <a:latin typeface="Trebuchet MS"/>
                <a:ea typeface="Trebuchet MS"/>
                <a:cs typeface="Trebuchet MS"/>
                <a:sym typeface="Trebuchet MS"/>
              </a:rPr>
              <a:t>Background</a:t>
            </a:r>
            <a:endParaRPr>
              <a:latin typeface="Trebuchet MS"/>
              <a:ea typeface="Trebuchet MS"/>
              <a:cs typeface="Trebuchet MS"/>
              <a:sym typeface="Trebuchet MS"/>
            </a:endParaRPr>
          </a:p>
        </p:txBody>
      </p:sp>
      <p:sp>
        <p:nvSpPr>
          <p:cNvPr id="108" name="Google Shape;108;p1"/>
          <p:cNvSpPr txBox="1"/>
          <p:nvPr/>
        </p:nvSpPr>
        <p:spPr>
          <a:xfrm>
            <a:off x="34453473" y="19744567"/>
            <a:ext cx="8946553" cy="13236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lt1"/>
                </a:solidFill>
                <a:latin typeface="Trebuchet MS"/>
                <a:ea typeface="Trebuchet MS"/>
                <a:cs typeface="Trebuchet MS"/>
                <a:sym typeface="Trebuchet MS"/>
              </a:rPr>
              <a:t>Conclusion</a:t>
            </a:r>
            <a:endParaRPr>
              <a:latin typeface="Trebuchet MS"/>
              <a:ea typeface="Trebuchet MS"/>
              <a:cs typeface="Trebuchet MS"/>
              <a:sym typeface="Trebuchet MS"/>
            </a:endParaRPr>
          </a:p>
        </p:txBody>
      </p:sp>
      <p:sp>
        <p:nvSpPr>
          <p:cNvPr id="109" name="Google Shape;109;p1"/>
          <p:cNvSpPr txBox="1"/>
          <p:nvPr/>
        </p:nvSpPr>
        <p:spPr>
          <a:xfrm>
            <a:off x="34453474" y="25077975"/>
            <a:ext cx="8980525" cy="13236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Future Work</a:t>
            </a:r>
            <a:endParaRPr sz="8000" dirty="0">
              <a:solidFill>
                <a:schemeClr val="lt1"/>
              </a:solidFill>
              <a:latin typeface="Trebuchet MS"/>
              <a:ea typeface="Trebuchet MS"/>
              <a:cs typeface="Trebuchet MS"/>
              <a:sym typeface="Trebuchet MS"/>
            </a:endParaRPr>
          </a:p>
        </p:txBody>
      </p:sp>
      <p:sp>
        <p:nvSpPr>
          <p:cNvPr id="110" name="Google Shape;110;p1"/>
          <p:cNvSpPr txBox="1"/>
          <p:nvPr/>
        </p:nvSpPr>
        <p:spPr>
          <a:xfrm>
            <a:off x="10470600" y="7231675"/>
            <a:ext cx="23059800" cy="4247276"/>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lvl="0" indent="0" algn="just" rtl="0">
              <a:lnSpc>
                <a:spcPct val="150000"/>
              </a:lnSpc>
              <a:spcBef>
                <a:spcPts val="0"/>
              </a:spcBef>
              <a:spcAft>
                <a:spcPts val="0"/>
              </a:spcAft>
              <a:buClr>
                <a:schemeClr val="dk1"/>
              </a:buClr>
              <a:buSzPts val="1100"/>
              <a:buFont typeface="Arial"/>
              <a:buNone/>
            </a:pPr>
            <a:r>
              <a:rPr lang="en-US" sz="3600" dirty="0">
                <a:solidFill>
                  <a:schemeClr val="dk1"/>
                </a:solidFill>
                <a:latin typeface="Trebuchet MS"/>
                <a:ea typeface="Trebuchet MS"/>
                <a:cs typeface="Trebuchet MS"/>
                <a:sym typeface="Trebuchet MS"/>
              </a:rPr>
              <a:t>Previous work at SCU identified that basis vector fields can be superimposed to model more complex vector fields. It was also identified that extrema seeking, and extrema orbiting can be done by treating vector information as scalar information. Examples of primitives using only magnitude information, and primitives using only direction information were shown. This work uses the ‘vector to scalar’ approach and other approaches to develop primitives for more vector field regions of interest. </a:t>
            </a:r>
            <a:endParaRPr sz="3600" dirty="0">
              <a:latin typeface="Trebuchet MS"/>
              <a:ea typeface="Trebuchet MS"/>
              <a:cs typeface="Trebuchet MS"/>
              <a:sym typeface="Trebuchet MS"/>
            </a:endParaRPr>
          </a:p>
        </p:txBody>
      </p:sp>
      <p:sp>
        <p:nvSpPr>
          <p:cNvPr id="111" name="Google Shape;111;p1"/>
          <p:cNvSpPr txBox="1"/>
          <p:nvPr/>
        </p:nvSpPr>
        <p:spPr>
          <a:xfrm>
            <a:off x="34640325" y="26548754"/>
            <a:ext cx="8697751" cy="5909270"/>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50000"/>
              </a:lnSpc>
              <a:spcBef>
                <a:spcPts val="0"/>
              </a:spcBef>
              <a:spcAft>
                <a:spcPts val="0"/>
              </a:spcAft>
              <a:buClr>
                <a:schemeClr val="dk1"/>
              </a:buClr>
              <a:buSzPts val="3600"/>
              <a:buFont typeface="Trebuchet MS"/>
              <a:buChar char="●"/>
            </a:pPr>
            <a:r>
              <a:rPr lang="en-US" sz="3600" dirty="0">
                <a:solidFill>
                  <a:schemeClr val="dk1"/>
                </a:solidFill>
                <a:latin typeface="Trebuchet MS"/>
                <a:ea typeface="Trebuchet MS"/>
                <a:cs typeface="Trebuchet MS"/>
                <a:sym typeface="Trebuchet MS"/>
              </a:rPr>
              <a:t>Extend work to 3D vector fields. </a:t>
            </a:r>
            <a:endParaRPr sz="3600" dirty="0">
              <a:solidFill>
                <a:schemeClr val="dk1"/>
              </a:solidFill>
              <a:latin typeface="Trebuchet MS"/>
              <a:ea typeface="Trebuchet MS"/>
              <a:cs typeface="Trebuchet MS"/>
              <a:sym typeface="Trebuchet MS"/>
            </a:endParaRPr>
          </a:p>
          <a:p>
            <a:pPr marL="457200" marR="0" lvl="0" indent="-457200" algn="just" rtl="0">
              <a:lnSpc>
                <a:spcPct val="150000"/>
              </a:lnSpc>
              <a:spcBef>
                <a:spcPts val="0"/>
              </a:spcBef>
              <a:spcAft>
                <a:spcPts val="0"/>
              </a:spcAft>
              <a:buClr>
                <a:schemeClr val="dk1"/>
              </a:buClr>
              <a:buSzPts val="3600"/>
              <a:buFont typeface="Trebuchet MS"/>
              <a:buChar char="●"/>
            </a:pPr>
            <a:r>
              <a:rPr lang="en-US" sz="3600" dirty="0">
                <a:solidFill>
                  <a:schemeClr val="dk1"/>
                </a:solidFill>
                <a:latin typeface="Trebuchet MS"/>
                <a:ea typeface="Trebuchet MS"/>
                <a:cs typeface="Trebuchet MS"/>
                <a:sym typeface="Trebuchet MS"/>
              </a:rPr>
              <a:t>Test control primitives in real life on a physical test bed.</a:t>
            </a:r>
          </a:p>
          <a:p>
            <a:pPr marL="457200" marR="0" lvl="0" indent="-457200" algn="just" rtl="0">
              <a:lnSpc>
                <a:spcPct val="150000"/>
              </a:lnSpc>
              <a:spcBef>
                <a:spcPts val="0"/>
              </a:spcBef>
              <a:spcAft>
                <a:spcPts val="0"/>
              </a:spcAft>
              <a:buClr>
                <a:schemeClr val="dk1"/>
              </a:buClr>
              <a:buSzPts val="3600"/>
              <a:buFont typeface="Trebuchet MS"/>
              <a:buChar char="●"/>
            </a:pPr>
            <a:r>
              <a:rPr lang="en-US" sz="3600" dirty="0">
                <a:solidFill>
                  <a:schemeClr val="dk1"/>
                </a:solidFill>
                <a:latin typeface="Trebuchet MS"/>
                <a:ea typeface="Trebuchet MS"/>
                <a:cs typeface="Trebuchet MS"/>
                <a:sym typeface="Trebuchet MS"/>
              </a:rPr>
              <a:t>Investigate the relationships between formation, number of robots, and navigation performance.</a:t>
            </a:r>
          </a:p>
          <a:p>
            <a:pPr marL="457200" marR="0" lvl="0" indent="-457200" algn="just" rtl="0">
              <a:lnSpc>
                <a:spcPct val="150000"/>
              </a:lnSpc>
              <a:spcBef>
                <a:spcPts val="0"/>
              </a:spcBef>
              <a:spcAft>
                <a:spcPts val="0"/>
              </a:spcAft>
              <a:buClr>
                <a:schemeClr val="dk1"/>
              </a:buClr>
              <a:buSzPts val="3600"/>
              <a:buFont typeface="Trebuchet MS"/>
              <a:buChar char="●"/>
            </a:pPr>
            <a:r>
              <a:rPr lang="en-US" sz="3600" dirty="0">
                <a:solidFill>
                  <a:schemeClr val="dk1"/>
                </a:solidFill>
                <a:latin typeface="Trebuchet MS"/>
                <a:ea typeface="Trebuchet MS"/>
                <a:cs typeface="Trebuchet MS"/>
                <a:sym typeface="Trebuchet MS"/>
                <a:hlinkClick r:id="rId5"/>
              </a:rPr>
              <a:t>cwaight@scu.edu</a:t>
            </a:r>
            <a:r>
              <a:rPr lang="en-US" sz="3600" dirty="0">
                <a:solidFill>
                  <a:schemeClr val="dk1"/>
                </a:solidFill>
                <a:latin typeface="Trebuchet MS"/>
                <a:ea typeface="Trebuchet MS"/>
                <a:cs typeface="Trebuchet MS"/>
                <a:sym typeface="Trebuchet MS"/>
              </a:rPr>
              <a:t> / 650-388-0201</a:t>
            </a:r>
          </a:p>
        </p:txBody>
      </p:sp>
      <p:sp>
        <p:nvSpPr>
          <p:cNvPr id="112" name="Google Shape;112;p1"/>
          <p:cNvSpPr txBox="1"/>
          <p:nvPr/>
        </p:nvSpPr>
        <p:spPr>
          <a:xfrm>
            <a:off x="494869" y="20086402"/>
            <a:ext cx="8802537" cy="12557243"/>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SzPts val="3600"/>
            </a:pPr>
            <a:r>
              <a:rPr lang="en-US" sz="3600" dirty="0">
                <a:solidFill>
                  <a:schemeClr val="dk1"/>
                </a:solidFill>
                <a:highlight>
                  <a:srgbClr val="FFFFFF"/>
                </a:highlight>
                <a:latin typeface="Trebuchet MS"/>
                <a:ea typeface="Trebuchet MS"/>
                <a:cs typeface="Trebuchet MS"/>
                <a:sym typeface="Trebuchet MS"/>
              </a:rPr>
              <a:t>	These findings potentially enhance autonomous navigation in complex vector field environments. These are particularly useful when human exploration is dangerous or impossible:</a:t>
            </a:r>
          </a:p>
          <a:p>
            <a:pPr marR="0" lvl="0" algn="just" rtl="0">
              <a:lnSpc>
                <a:spcPct val="150000"/>
              </a:lnSpc>
              <a:spcBef>
                <a:spcPts val="0"/>
              </a:spcBef>
              <a:spcAft>
                <a:spcPts val="0"/>
              </a:spcAft>
              <a:buSzPts val="3600"/>
            </a:pPr>
            <a:endParaRPr lang="en-US" sz="3600" dirty="0">
              <a:solidFill>
                <a:schemeClr val="dk1"/>
              </a:solidFill>
              <a:highlight>
                <a:srgbClr val="FFFFFF"/>
              </a:highlight>
              <a:latin typeface="Trebuchet MS"/>
              <a:ea typeface="Trebuchet MS"/>
              <a:cs typeface="Trebuchet MS"/>
              <a:sym typeface="Trebuchet MS"/>
            </a:endParaRPr>
          </a:p>
          <a:p>
            <a:pPr marL="457200" marR="0" lvl="0" indent="-457200" algn="just" rtl="0">
              <a:lnSpc>
                <a:spcPct val="150000"/>
              </a:lnSpc>
              <a:spcBef>
                <a:spcPts val="0"/>
              </a:spcBef>
              <a:spcAft>
                <a:spcPts val="0"/>
              </a:spcAft>
              <a:buSzPts val="3600"/>
              <a:buFont typeface="Trebuchet MS"/>
              <a:buChar char="●"/>
            </a:pPr>
            <a:r>
              <a:rPr lang="en-US" sz="3600" dirty="0">
                <a:solidFill>
                  <a:schemeClr val="dk1"/>
                </a:solidFill>
                <a:highlight>
                  <a:srgbClr val="FFFFFF"/>
                </a:highlight>
                <a:latin typeface="Trebuchet MS"/>
                <a:ea typeface="Trebuchet MS"/>
                <a:cs typeface="Trebuchet MS"/>
                <a:sym typeface="Trebuchet MS"/>
              </a:rPr>
              <a:t>Environmental monitoring</a:t>
            </a:r>
          </a:p>
          <a:p>
            <a:pPr marL="457200" indent="-457200" algn="just">
              <a:lnSpc>
                <a:spcPct val="150000"/>
              </a:lnSpc>
              <a:buSzPts val="3600"/>
              <a:buFont typeface="Trebuchet MS"/>
              <a:buChar char="●"/>
            </a:pPr>
            <a:r>
              <a:rPr lang="en-US" sz="3600" dirty="0">
                <a:solidFill>
                  <a:schemeClr val="dk1"/>
                </a:solidFill>
                <a:highlight>
                  <a:srgbClr val="FFFFFF"/>
                </a:highlight>
                <a:latin typeface="Trebuchet MS"/>
                <a:ea typeface="Trebuchet MS"/>
                <a:cs typeface="Trebuchet MS"/>
                <a:sym typeface="Trebuchet MS"/>
              </a:rPr>
              <a:t>Disaster Response</a:t>
            </a:r>
          </a:p>
          <a:p>
            <a:pPr marL="457200" indent="-457200" algn="just">
              <a:lnSpc>
                <a:spcPct val="150000"/>
              </a:lnSpc>
              <a:buSzPts val="3600"/>
              <a:buFont typeface="Trebuchet MS"/>
              <a:buChar char="●"/>
            </a:pPr>
            <a:r>
              <a:rPr lang="en-US" sz="3600" dirty="0">
                <a:solidFill>
                  <a:schemeClr val="dk1"/>
                </a:solidFill>
                <a:highlight>
                  <a:srgbClr val="FFFFFF"/>
                </a:highlight>
                <a:latin typeface="Trebuchet MS"/>
                <a:ea typeface="Trebuchet MS"/>
                <a:cs typeface="Trebuchet MS"/>
                <a:sym typeface="Trebuchet MS"/>
              </a:rPr>
              <a:t>Navigating Complex Fluid Flows</a:t>
            </a:r>
          </a:p>
          <a:p>
            <a:pPr marL="457200" marR="0" lvl="0" indent="-457200" algn="just" rtl="0">
              <a:lnSpc>
                <a:spcPct val="150000"/>
              </a:lnSpc>
              <a:spcBef>
                <a:spcPts val="0"/>
              </a:spcBef>
              <a:spcAft>
                <a:spcPts val="0"/>
              </a:spcAft>
              <a:buSzPts val="3600"/>
              <a:buFont typeface="Trebuchet MS"/>
              <a:buChar char="●"/>
            </a:pPr>
            <a:r>
              <a:rPr lang="en-US" sz="3600" dirty="0">
                <a:solidFill>
                  <a:schemeClr val="dk1"/>
                </a:solidFill>
                <a:highlight>
                  <a:srgbClr val="FFFFFF"/>
                </a:highlight>
                <a:latin typeface="Trebuchet MS"/>
                <a:ea typeface="Trebuchet MS"/>
                <a:cs typeface="Trebuchet MS"/>
                <a:sym typeface="Trebuchet MS"/>
              </a:rPr>
              <a:t>Extraterrestrial Exploration</a:t>
            </a:r>
          </a:p>
          <a:p>
            <a:pPr marL="457200" marR="0" lvl="0" indent="-457200" algn="just" rtl="0">
              <a:lnSpc>
                <a:spcPct val="150000"/>
              </a:lnSpc>
              <a:spcBef>
                <a:spcPts val="0"/>
              </a:spcBef>
              <a:spcAft>
                <a:spcPts val="0"/>
              </a:spcAft>
              <a:buSzPts val="3600"/>
              <a:buFont typeface="Trebuchet MS"/>
              <a:buChar char="●"/>
            </a:pPr>
            <a:endParaRPr lang="en-US" sz="3600" dirty="0">
              <a:solidFill>
                <a:schemeClr val="dk1"/>
              </a:solidFill>
              <a:highlight>
                <a:srgbClr val="FFFFFF"/>
              </a:highlight>
              <a:latin typeface="Trebuchet MS"/>
              <a:ea typeface="Trebuchet MS"/>
              <a:cs typeface="Trebuchet MS"/>
              <a:sym typeface="Trebuchet MS"/>
            </a:endParaRPr>
          </a:p>
          <a:p>
            <a:pPr marR="0" lvl="0" algn="just" rtl="0">
              <a:lnSpc>
                <a:spcPct val="150000"/>
              </a:lnSpc>
              <a:spcBef>
                <a:spcPts val="0"/>
              </a:spcBef>
              <a:spcAft>
                <a:spcPts val="0"/>
              </a:spcAft>
              <a:buSzPts val="3600"/>
            </a:pPr>
            <a:r>
              <a:rPr lang="en-US" sz="3600" dirty="0">
                <a:solidFill>
                  <a:schemeClr val="dk1"/>
                </a:solidFill>
                <a:highlight>
                  <a:srgbClr val="FFFFFF"/>
                </a:highlight>
                <a:latin typeface="Trebuchet MS"/>
                <a:ea typeface="Trebuchet MS"/>
                <a:cs typeface="Trebuchet MS"/>
                <a:sym typeface="Trebuchet MS"/>
              </a:rPr>
              <a:t>	Multirobot systems also offer advantages such as redundancy, expanded coverage, and potential collaboration.</a:t>
            </a:r>
          </a:p>
        </p:txBody>
      </p:sp>
      <p:sp>
        <p:nvSpPr>
          <p:cNvPr id="113" name="Google Shape;113;p1"/>
          <p:cNvSpPr txBox="1"/>
          <p:nvPr/>
        </p:nvSpPr>
        <p:spPr>
          <a:xfrm>
            <a:off x="35078274" y="20635206"/>
            <a:ext cx="81837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114" name="Google Shape;114;p1"/>
          <p:cNvSpPr txBox="1"/>
          <p:nvPr/>
        </p:nvSpPr>
        <p:spPr>
          <a:xfrm>
            <a:off x="606674" y="7231675"/>
            <a:ext cx="8816701" cy="10718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150000"/>
              </a:lnSpc>
              <a:spcBef>
                <a:spcPts val="0"/>
              </a:spcBef>
              <a:spcAft>
                <a:spcPts val="0"/>
              </a:spcAft>
              <a:buNone/>
            </a:pPr>
            <a:r>
              <a:rPr lang="en-US" sz="3600" dirty="0">
                <a:solidFill>
                  <a:schemeClr val="dk1"/>
                </a:solidFill>
                <a:highlight>
                  <a:srgbClr val="FFFFFF"/>
                </a:highlight>
                <a:latin typeface="Trebuchet MS"/>
                <a:ea typeface="Trebuchet MS"/>
                <a:cs typeface="Trebuchet MS"/>
                <a:sym typeface="Trebuchet MS"/>
              </a:rPr>
              <a:t>	This poster presents an innovative approach for modelling composite vector fields and identifies regions of interests in 2D vector field environments. </a:t>
            </a:r>
          </a:p>
          <a:p>
            <a:pPr marL="0" lvl="0" indent="0" algn="just" rtl="0">
              <a:lnSpc>
                <a:spcPct val="150000"/>
              </a:lnSpc>
              <a:spcBef>
                <a:spcPts val="0"/>
              </a:spcBef>
              <a:spcAft>
                <a:spcPts val="0"/>
              </a:spcAft>
              <a:buNone/>
            </a:pPr>
            <a:r>
              <a:rPr lang="en-US" sz="3600" dirty="0">
                <a:solidFill>
                  <a:schemeClr val="dk1"/>
                </a:solidFill>
                <a:highlight>
                  <a:srgbClr val="FFFFFF"/>
                </a:highlight>
                <a:latin typeface="Trebuchet MS"/>
                <a:ea typeface="Trebuchet MS"/>
                <a:cs typeface="Trebuchet MS"/>
                <a:sym typeface="Trebuchet MS"/>
              </a:rPr>
              <a:t>	It reviews previously established control primitives for multirobot systems and introduces newly designed primitives for navigation to these regions of interest including extrema, stagnation points, and separatrix features.</a:t>
            </a:r>
          </a:p>
          <a:p>
            <a:pPr marL="0" lvl="0" indent="0" algn="just" rtl="0">
              <a:lnSpc>
                <a:spcPct val="150000"/>
              </a:lnSpc>
              <a:spcBef>
                <a:spcPts val="0"/>
              </a:spcBef>
              <a:spcAft>
                <a:spcPts val="0"/>
              </a:spcAft>
              <a:buNone/>
            </a:pPr>
            <a:r>
              <a:rPr lang="en-US" sz="3600" dirty="0">
                <a:solidFill>
                  <a:schemeClr val="dk1"/>
                </a:solidFill>
                <a:highlight>
                  <a:srgbClr val="FFFFFF"/>
                </a:highlight>
                <a:latin typeface="Trebuchet MS"/>
                <a:ea typeface="Trebuchet MS"/>
                <a:cs typeface="Trebuchet MS"/>
                <a:sym typeface="Trebuchet MS"/>
              </a:rPr>
              <a:t>	These primitives are verified using simulation on vector field environments modelled using the innovative approach.</a:t>
            </a:r>
          </a:p>
          <a:p>
            <a:pPr marL="0" lvl="0" indent="0" algn="just" rtl="0">
              <a:lnSpc>
                <a:spcPct val="150000"/>
              </a:lnSpc>
              <a:spcBef>
                <a:spcPts val="0"/>
              </a:spcBef>
              <a:spcAft>
                <a:spcPts val="0"/>
              </a:spcAft>
              <a:buNone/>
            </a:pPr>
            <a:r>
              <a:rPr lang="en-US" sz="3600" dirty="0">
                <a:solidFill>
                  <a:schemeClr val="dk1"/>
                </a:solidFill>
                <a:highlight>
                  <a:srgbClr val="FFFFFF"/>
                </a:highlight>
                <a:latin typeface="Trebuchet MS"/>
                <a:ea typeface="Trebuchet MS"/>
                <a:cs typeface="Trebuchet MS"/>
                <a:sym typeface="Trebuchet MS"/>
              </a:rPr>
              <a:t>	</a:t>
            </a:r>
            <a:endParaRPr sz="3600" dirty="0">
              <a:solidFill>
                <a:schemeClr val="dk1"/>
              </a:solidFill>
              <a:latin typeface="Trebuchet MS"/>
              <a:ea typeface="Trebuchet MS"/>
              <a:cs typeface="Trebuchet MS"/>
              <a:sym typeface="Trebuchet MS"/>
            </a:endParaRPr>
          </a:p>
        </p:txBody>
      </p:sp>
      <p:sp>
        <p:nvSpPr>
          <p:cNvPr id="115" name="Google Shape;115;p1"/>
          <p:cNvSpPr txBox="1"/>
          <p:nvPr/>
        </p:nvSpPr>
        <p:spPr>
          <a:xfrm>
            <a:off x="34695200" y="8431550"/>
            <a:ext cx="8527800" cy="4247276"/>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457200" lvl="0" indent="-457200" algn="just" rtl="0">
              <a:lnSpc>
                <a:spcPct val="150000"/>
              </a:lnSpc>
              <a:spcBef>
                <a:spcPts val="0"/>
              </a:spcBef>
              <a:spcAft>
                <a:spcPts val="0"/>
              </a:spcAft>
              <a:buSzPts val="3600"/>
              <a:buFont typeface="Times New Roman"/>
              <a:buChar char="●"/>
            </a:pPr>
            <a:r>
              <a:rPr lang="en-US" sz="3600" b="1" dirty="0">
                <a:solidFill>
                  <a:srgbClr val="0070C0"/>
                </a:solidFill>
                <a:latin typeface="Trebuchet MS"/>
                <a:ea typeface="Trebuchet MS"/>
                <a:cs typeface="Trebuchet MS"/>
                <a:sym typeface="Trebuchet MS"/>
              </a:rPr>
              <a:t>Markov Property - </a:t>
            </a:r>
            <a:r>
              <a:rPr lang="en-US" sz="3600" dirty="0">
                <a:solidFill>
                  <a:schemeClr val="dk1"/>
                </a:solidFill>
                <a:latin typeface="Trebuchet MS"/>
                <a:ea typeface="Trebuchet MS"/>
                <a:cs typeface="Trebuchet MS"/>
                <a:sym typeface="Trebuchet MS"/>
              </a:rPr>
              <a:t>The decision on which direction the multirobot system (agent) travels in (action) relies solely on instantaneous information from the vector field (environment).</a:t>
            </a:r>
            <a:endParaRPr sz="3600" dirty="0">
              <a:solidFill>
                <a:schemeClr val="dk1"/>
              </a:solidFill>
              <a:latin typeface="Trebuchet MS"/>
              <a:ea typeface="Trebuchet MS"/>
              <a:cs typeface="Trebuchet MS"/>
              <a:sym typeface="Trebuchet MS"/>
            </a:endParaRPr>
          </a:p>
        </p:txBody>
      </p:sp>
      <p:sp>
        <p:nvSpPr>
          <p:cNvPr id="118" name="Google Shape;118;p1"/>
          <p:cNvSpPr txBox="1"/>
          <p:nvPr/>
        </p:nvSpPr>
        <p:spPr>
          <a:xfrm>
            <a:off x="10484438" y="14035591"/>
            <a:ext cx="10451700" cy="4170342"/>
          </a:xfrm>
          <a:prstGeom prst="rect">
            <a:avLst/>
          </a:prstGeom>
          <a:noFill/>
          <a:ln>
            <a:noFill/>
          </a:ln>
        </p:spPr>
        <p:txBody>
          <a:bodyPr spcFirstLastPara="1" wrap="square" lIns="91425" tIns="91425" rIns="91425" bIns="91425" anchor="t" anchorCtr="0">
            <a:spAutoFit/>
          </a:bodyPr>
          <a:lstStyle/>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Uniform Flow – in either x or y direction</a:t>
            </a:r>
          </a:p>
          <a:p>
            <a:pPr marL="457200" indent="-457200" algn="just">
              <a:lnSpc>
                <a:spcPct val="150000"/>
              </a:lnSpc>
              <a:buSzPts val="3600"/>
              <a:buFont typeface="Trebuchet MS"/>
              <a:buChar char="●"/>
            </a:pPr>
            <a:r>
              <a:rPr lang="en-US" sz="3600" dirty="0">
                <a:latin typeface="Trebuchet MS"/>
                <a:ea typeface="Trebuchet MS"/>
                <a:cs typeface="Trebuchet MS"/>
                <a:sym typeface="Trebuchet MS"/>
              </a:rPr>
              <a:t>Vortex – free, fixed, Rankine vortices</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Sinks/Sources – each individually   </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Dipole – A sink and source almost co-located</a:t>
            </a:r>
            <a:endParaRPr sz="3700" dirty="0">
              <a:latin typeface="Trebuchet MS"/>
              <a:ea typeface="Trebuchet MS"/>
              <a:cs typeface="Trebuchet MS"/>
              <a:sym typeface="Trebuchet MS"/>
            </a:endParaRPr>
          </a:p>
          <a:p>
            <a:pPr marL="457200" lvl="0" indent="0" algn="l" rtl="0">
              <a:spcBef>
                <a:spcPts val="0"/>
              </a:spcBef>
              <a:spcAft>
                <a:spcPts val="0"/>
              </a:spcAft>
              <a:buNone/>
            </a:pPr>
            <a:endParaRPr sz="4300" dirty="0">
              <a:latin typeface="Times New Roman"/>
              <a:ea typeface="Times New Roman"/>
              <a:cs typeface="Times New Roman"/>
              <a:sym typeface="Times New Roman"/>
            </a:endParaRPr>
          </a:p>
        </p:txBody>
      </p:sp>
      <p:sp>
        <p:nvSpPr>
          <p:cNvPr id="125" name="Google Shape;125;p1"/>
          <p:cNvSpPr txBox="1"/>
          <p:nvPr/>
        </p:nvSpPr>
        <p:spPr>
          <a:xfrm>
            <a:off x="12332087" y="30998015"/>
            <a:ext cx="7015781"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solidFill>
                  <a:srgbClr val="0070C0"/>
                </a:solidFill>
                <a:latin typeface="Trebuchet MS"/>
                <a:ea typeface="Trebuchet MS"/>
                <a:cs typeface="Trebuchet MS"/>
                <a:sym typeface="Trebuchet MS"/>
              </a:rPr>
              <a:t>Fig 1: </a:t>
            </a:r>
            <a:r>
              <a:rPr lang="en-US" sz="2800" b="1" dirty="0">
                <a:solidFill>
                  <a:srgbClr val="0070C0"/>
                </a:solidFill>
                <a:latin typeface="Trebuchet MS"/>
                <a:ea typeface="Trebuchet MS"/>
                <a:cs typeface="Trebuchet MS"/>
                <a:sym typeface="Trebuchet MS"/>
              </a:rPr>
              <a:t>Normal Vector to Robotic Plane</a:t>
            </a:r>
            <a:endParaRPr sz="2800" b="1" dirty="0">
              <a:solidFill>
                <a:srgbClr val="0070C0"/>
              </a:solidFill>
              <a:latin typeface="Trebuchet MS"/>
              <a:ea typeface="Trebuchet MS"/>
              <a:cs typeface="Trebuchet MS"/>
              <a:sym typeface="Trebuchet MS"/>
            </a:endParaRPr>
          </a:p>
        </p:txBody>
      </p:sp>
      <p:sp>
        <p:nvSpPr>
          <p:cNvPr id="128" name="Google Shape;128;p1"/>
          <p:cNvSpPr txBox="1"/>
          <p:nvPr/>
        </p:nvSpPr>
        <p:spPr>
          <a:xfrm>
            <a:off x="34453473" y="21193328"/>
            <a:ext cx="8717689" cy="3416279"/>
          </a:xfrm>
          <a:prstGeom prst="rect">
            <a:avLst/>
          </a:prstGeom>
          <a:noFill/>
          <a:ln>
            <a:noFill/>
          </a:ln>
        </p:spPr>
        <p:txBody>
          <a:bodyPr spcFirstLastPara="1" wrap="square" lIns="91425" tIns="45700" rIns="91425" bIns="45700" anchor="t" anchorCtr="0">
            <a:spAutoFit/>
          </a:bodyPr>
          <a:lstStyle/>
          <a:p>
            <a:pPr marL="457200" marR="0" lvl="0" indent="0" algn="just" rtl="0">
              <a:lnSpc>
                <a:spcPct val="150000"/>
              </a:lnSpc>
              <a:spcBef>
                <a:spcPts val="0"/>
              </a:spcBef>
              <a:spcAft>
                <a:spcPts val="0"/>
              </a:spcAft>
              <a:buNone/>
            </a:pPr>
            <a:r>
              <a:rPr lang="en-US" sz="3600" dirty="0">
                <a:solidFill>
                  <a:schemeClr val="dk1"/>
                </a:solidFill>
                <a:latin typeface="Trebuchet MS"/>
                <a:ea typeface="Trebuchet MS"/>
                <a:cs typeface="Trebuchet MS"/>
                <a:sym typeface="Trebuchet MS"/>
              </a:rPr>
              <a:t>	Established fully reactive control primitives to navigate to key regions in 2D vector fields using multirobot systems in a simulated environment.</a:t>
            </a:r>
            <a:endParaRPr sz="3600" dirty="0">
              <a:solidFill>
                <a:schemeClr val="dk1"/>
              </a:solidFill>
              <a:latin typeface="Trebuchet MS"/>
              <a:ea typeface="Trebuchet MS"/>
              <a:cs typeface="Trebuchet MS"/>
              <a:sym typeface="Trebuchet MS"/>
            </a:endParaRPr>
          </a:p>
        </p:txBody>
      </p:sp>
      <p:sp>
        <p:nvSpPr>
          <p:cNvPr id="130" name="Google Shape;130;p1"/>
          <p:cNvSpPr txBox="1"/>
          <p:nvPr/>
        </p:nvSpPr>
        <p:spPr>
          <a:xfrm>
            <a:off x="35181349" y="15759168"/>
            <a:ext cx="7602946"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rgbClr val="0070C0"/>
                </a:solidFill>
                <a:latin typeface="Trebuchet MS"/>
                <a:ea typeface="Trebuchet MS"/>
                <a:cs typeface="Trebuchet MS"/>
                <a:sym typeface="Trebuchet MS"/>
              </a:rPr>
              <a:t>Fig 4: Multirobot System in a Reactive Loop</a:t>
            </a:r>
            <a:endParaRPr sz="2800" b="1" dirty="0">
              <a:solidFill>
                <a:srgbClr val="0070C0"/>
              </a:solidFill>
              <a:latin typeface="Trebuchet MS"/>
              <a:ea typeface="Trebuchet MS"/>
              <a:cs typeface="Trebuchet MS"/>
              <a:sym typeface="Trebuchet MS"/>
            </a:endParaRPr>
          </a:p>
        </p:txBody>
      </p:sp>
      <p:sp>
        <p:nvSpPr>
          <p:cNvPr id="2" name="Google Shape;115;p1">
            <a:extLst>
              <a:ext uri="{FF2B5EF4-FFF2-40B4-BE49-F238E27FC236}">
                <a16:creationId xmlns:a16="http://schemas.microsoft.com/office/drawing/2014/main" id="{8281EEEC-7CE6-F953-6ADB-C7B2BAEEC93B}"/>
              </a:ext>
            </a:extLst>
          </p:cNvPr>
          <p:cNvSpPr txBox="1"/>
          <p:nvPr/>
        </p:nvSpPr>
        <p:spPr>
          <a:xfrm>
            <a:off x="34655800" y="16429046"/>
            <a:ext cx="8527800" cy="2585283"/>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457200" lvl="0" indent="-457200" algn="just" rtl="0">
              <a:lnSpc>
                <a:spcPct val="150000"/>
              </a:lnSpc>
              <a:spcBef>
                <a:spcPts val="0"/>
              </a:spcBef>
              <a:spcAft>
                <a:spcPts val="0"/>
              </a:spcAft>
              <a:buSzPts val="3600"/>
              <a:buFont typeface="Times New Roman"/>
              <a:buChar char="●"/>
            </a:pPr>
            <a:r>
              <a:rPr lang="en-US" sz="3600" b="1" dirty="0">
                <a:solidFill>
                  <a:srgbClr val="0070C0"/>
                </a:solidFill>
                <a:latin typeface="Trebuchet MS"/>
                <a:ea typeface="Trebuchet MS"/>
                <a:cs typeface="Trebuchet MS"/>
                <a:sym typeface="Trebuchet MS"/>
              </a:rPr>
              <a:t>Centralized Architecture – </a:t>
            </a:r>
            <a:r>
              <a:rPr lang="en-US" sz="3600" dirty="0">
                <a:solidFill>
                  <a:schemeClr val="dk1"/>
                </a:solidFill>
                <a:latin typeface="Trebuchet MS"/>
                <a:ea typeface="Trebuchet MS"/>
                <a:cs typeface="Trebuchet MS"/>
                <a:sym typeface="Trebuchet MS"/>
              </a:rPr>
              <a:t>All robots have access to sensor readings from all other robots.</a:t>
            </a:r>
            <a:endParaRPr sz="3600" dirty="0">
              <a:solidFill>
                <a:schemeClr val="dk1"/>
              </a:solidFill>
              <a:latin typeface="Trebuchet MS"/>
              <a:ea typeface="Trebuchet MS"/>
              <a:cs typeface="Trebuchet MS"/>
              <a:sym typeface="Trebuchet MS"/>
            </a:endParaRPr>
          </a:p>
        </p:txBody>
      </p:sp>
      <p:sp>
        <p:nvSpPr>
          <p:cNvPr id="3" name="Google Shape;101;p1">
            <a:extLst>
              <a:ext uri="{FF2B5EF4-FFF2-40B4-BE49-F238E27FC236}">
                <a16:creationId xmlns:a16="http://schemas.microsoft.com/office/drawing/2014/main" id="{8B7B8DAE-1EC3-FD4B-7A05-BF04F55BC7D8}"/>
              </a:ext>
            </a:extLst>
          </p:cNvPr>
          <p:cNvSpPr txBox="1"/>
          <p:nvPr/>
        </p:nvSpPr>
        <p:spPr>
          <a:xfrm>
            <a:off x="10658437" y="18022075"/>
            <a:ext cx="10103700" cy="1046400"/>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Regions of Interest</a:t>
            </a:r>
            <a:endParaRPr sz="1800" dirty="0">
              <a:latin typeface="Trebuchet MS"/>
              <a:ea typeface="Trebuchet MS"/>
              <a:cs typeface="Trebuchet MS"/>
              <a:sym typeface="Trebuchet MS"/>
            </a:endParaRPr>
          </a:p>
          <a:p>
            <a:pPr marL="0" marR="0" lvl="0" indent="0" algn="ctr" rtl="0">
              <a:spcBef>
                <a:spcPts val="0"/>
              </a:spcBef>
              <a:spcAft>
                <a:spcPts val="0"/>
              </a:spcAft>
              <a:buNone/>
            </a:pPr>
            <a:endParaRPr dirty="0"/>
          </a:p>
        </p:txBody>
      </p:sp>
      <p:sp>
        <p:nvSpPr>
          <p:cNvPr id="4" name="Google Shape;118;p1">
            <a:extLst>
              <a:ext uri="{FF2B5EF4-FFF2-40B4-BE49-F238E27FC236}">
                <a16:creationId xmlns:a16="http://schemas.microsoft.com/office/drawing/2014/main" id="{B65B0C8B-4045-1864-C5E8-B827570D9C37}"/>
              </a:ext>
            </a:extLst>
          </p:cNvPr>
          <p:cNvSpPr txBox="1"/>
          <p:nvPr/>
        </p:nvSpPr>
        <p:spPr>
          <a:xfrm>
            <a:off x="10670806" y="19160011"/>
            <a:ext cx="10451700" cy="5001339"/>
          </a:xfrm>
          <a:prstGeom prst="rect">
            <a:avLst/>
          </a:prstGeom>
          <a:noFill/>
          <a:ln>
            <a:noFill/>
          </a:ln>
        </p:spPr>
        <p:txBody>
          <a:bodyPr spcFirstLastPara="1" wrap="square" lIns="91425" tIns="91425" rIns="91425" bIns="91425" anchor="t" anchorCtr="0">
            <a:spAutoFit/>
          </a:bodyPr>
          <a:lstStyle/>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Centre – Vortices, Sinking Vortices, Sources</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Equal magnitude Line – Sinks, Vortices, Dipoles</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Stagnation Points – Vortex or spring in Stream</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Separatrix – spring or vortex in stream, dipole</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Fastest Flow – Rankine Vortex (Hurricane Wall)</a:t>
            </a:r>
            <a:endParaRPr sz="3700" dirty="0">
              <a:latin typeface="Trebuchet MS"/>
              <a:ea typeface="Trebuchet MS"/>
              <a:cs typeface="Trebuchet MS"/>
              <a:sym typeface="Trebuchet MS"/>
            </a:endParaRPr>
          </a:p>
          <a:p>
            <a:pPr marL="457200" lvl="0" indent="0" algn="l" rtl="0">
              <a:spcBef>
                <a:spcPts val="0"/>
              </a:spcBef>
              <a:spcAft>
                <a:spcPts val="0"/>
              </a:spcAft>
              <a:buNone/>
            </a:pPr>
            <a:endParaRPr sz="4300" dirty="0">
              <a:latin typeface="Times New Roman"/>
              <a:ea typeface="Times New Roman"/>
              <a:cs typeface="Times New Roman"/>
              <a:sym typeface="Times New Roman"/>
            </a:endParaRPr>
          </a:p>
        </p:txBody>
      </p:sp>
      <p:sp>
        <p:nvSpPr>
          <p:cNvPr id="6" name="Google Shape;125;p1">
            <a:extLst>
              <a:ext uri="{FF2B5EF4-FFF2-40B4-BE49-F238E27FC236}">
                <a16:creationId xmlns:a16="http://schemas.microsoft.com/office/drawing/2014/main" id="{9CE31535-6D74-C815-ED46-3B195035E1E4}"/>
              </a:ext>
            </a:extLst>
          </p:cNvPr>
          <p:cNvSpPr txBox="1"/>
          <p:nvPr/>
        </p:nvSpPr>
        <p:spPr>
          <a:xfrm>
            <a:off x="24549792" y="22201344"/>
            <a:ext cx="6474055"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rgbClr val="0070C0"/>
                </a:solidFill>
                <a:latin typeface="Trebuchet MS"/>
                <a:ea typeface="Trebuchet MS"/>
                <a:cs typeface="Trebuchet MS"/>
                <a:sym typeface="Trebuchet MS"/>
              </a:rPr>
              <a:t>Fig 2: Navigation along the Separatrix</a:t>
            </a:r>
            <a:endParaRPr sz="2800" b="1" dirty="0">
              <a:solidFill>
                <a:srgbClr val="0070C0"/>
              </a:solidFill>
              <a:latin typeface="Trebuchet MS"/>
              <a:ea typeface="Trebuchet MS"/>
              <a:cs typeface="Trebuchet MS"/>
              <a:sym typeface="Trebuchet MS"/>
            </a:endParaRPr>
          </a:p>
        </p:txBody>
      </p:sp>
      <p:sp>
        <p:nvSpPr>
          <p:cNvPr id="7" name="Google Shape;125;p1">
            <a:extLst>
              <a:ext uri="{FF2B5EF4-FFF2-40B4-BE49-F238E27FC236}">
                <a16:creationId xmlns:a16="http://schemas.microsoft.com/office/drawing/2014/main" id="{E5C7B718-9F23-E2FC-297E-5389851F196E}"/>
              </a:ext>
            </a:extLst>
          </p:cNvPr>
          <p:cNvSpPr txBox="1"/>
          <p:nvPr/>
        </p:nvSpPr>
        <p:spPr>
          <a:xfrm>
            <a:off x="24673364" y="31305776"/>
            <a:ext cx="6226910"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rgbClr val="0070C0"/>
                </a:solidFill>
                <a:latin typeface="Trebuchet MS"/>
                <a:ea typeface="Trebuchet MS"/>
                <a:cs typeface="Trebuchet MS"/>
                <a:sym typeface="Trebuchet MS"/>
              </a:rPr>
              <a:t>Fig 3: Navigation to stagnation Point</a:t>
            </a:r>
            <a:endParaRPr sz="2800" b="1" dirty="0">
              <a:solidFill>
                <a:srgbClr val="0070C0"/>
              </a:solidFill>
              <a:latin typeface="Trebuchet MS"/>
              <a:ea typeface="Trebuchet MS"/>
              <a:cs typeface="Trebuchet MS"/>
              <a:sym typeface="Trebuchet MS"/>
            </a:endParaRPr>
          </a:p>
        </p:txBody>
      </p:sp>
      <p:pic>
        <p:nvPicPr>
          <p:cNvPr id="12" name="Picture 11">
            <a:extLst>
              <a:ext uri="{FF2B5EF4-FFF2-40B4-BE49-F238E27FC236}">
                <a16:creationId xmlns:a16="http://schemas.microsoft.com/office/drawing/2014/main" id="{1018C268-F50E-A4FC-1F5D-E7A0C6AE9AD7}"/>
              </a:ext>
            </a:extLst>
          </p:cNvPr>
          <p:cNvPicPr>
            <a:picLocks noChangeAspect="1"/>
          </p:cNvPicPr>
          <p:nvPr/>
        </p:nvPicPr>
        <p:blipFill>
          <a:blip r:embed="rId6"/>
          <a:stretch>
            <a:fillRect/>
          </a:stretch>
        </p:blipFill>
        <p:spPr>
          <a:xfrm>
            <a:off x="23804187" y="22980580"/>
            <a:ext cx="7965267" cy="8118151"/>
          </a:xfrm>
          <a:prstGeom prst="rect">
            <a:avLst/>
          </a:prstGeom>
        </p:spPr>
      </p:pic>
      <p:pic>
        <p:nvPicPr>
          <p:cNvPr id="14" name="Picture 13">
            <a:extLst>
              <a:ext uri="{FF2B5EF4-FFF2-40B4-BE49-F238E27FC236}">
                <a16:creationId xmlns:a16="http://schemas.microsoft.com/office/drawing/2014/main" id="{CB33B9A5-04D6-1FDB-B8CF-9A6B637CB5CA}"/>
              </a:ext>
            </a:extLst>
          </p:cNvPr>
          <p:cNvPicPr>
            <a:picLocks noChangeAspect="1"/>
          </p:cNvPicPr>
          <p:nvPr/>
        </p:nvPicPr>
        <p:blipFill>
          <a:blip r:embed="rId7"/>
          <a:stretch>
            <a:fillRect/>
          </a:stretch>
        </p:blipFill>
        <p:spPr>
          <a:xfrm>
            <a:off x="36329169" y="12695900"/>
            <a:ext cx="5643965" cy="2629575"/>
          </a:xfrm>
          <a:prstGeom prst="rect">
            <a:avLst/>
          </a:prstGeom>
        </p:spPr>
      </p:pic>
      <p:pic>
        <p:nvPicPr>
          <p:cNvPr id="16" name="Picture 15">
            <a:extLst>
              <a:ext uri="{FF2B5EF4-FFF2-40B4-BE49-F238E27FC236}">
                <a16:creationId xmlns:a16="http://schemas.microsoft.com/office/drawing/2014/main" id="{01DA5230-8810-FF72-D1FA-7F57A33A6EC1}"/>
              </a:ext>
            </a:extLst>
          </p:cNvPr>
          <p:cNvPicPr>
            <a:picLocks noChangeAspect="1"/>
          </p:cNvPicPr>
          <p:nvPr/>
        </p:nvPicPr>
        <p:blipFill>
          <a:blip r:embed="rId8"/>
          <a:stretch>
            <a:fillRect/>
          </a:stretch>
        </p:blipFill>
        <p:spPr>
          <a:xfrm>
            <a:off x="23804188" y="13740559"/>
            <a:ext cx="7965266" cy="8197264"/>
          </a:xfrm>
          <a:prstGeom prst="rect">
            <a:avLst/>
          </a:prstGeom>
        </p:spPr>
      </p:pic>
      <p:pic>
        <p:nvPicPr>
          <p:cNvPr id="18" name="Picture 17">
            <a:extLst>
              <a:ext uri="{FF2B5EF4-FFF2-40B4-BE49-F238E27FC236}">
                <a16:creationId xmlns:a16="http://schemas.microsoft.com/office/drawing/2014/main" id="{FF5AA0B9-A6C6-6A96-B79B-8725896BA88D}"/>
              </a:ext>
            </a:extLst>
          </p:cNvPr>
          <p:cNvPicPr>
            <a:picLocks noChangeAspect="1"/>
          </p:cNvPicPr>
          <p:nvPr/>
        </p:nvPicPr>
        <p:blipFill>
          <a:blip r:embed="rId9"/>
          <a:stretch>
            <a:fillRect/>
          </a:stretch>
        </p:blipFill>
        <p:spPr>
          <a:xfrm>
            <a:off x="13545406" y="24002140"/>
            <a:ext cx="4406647" cy="66099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845</TotalTime>
  <Words>456</Words>
  <Application>Microsoft Office PowerPoint</Application>
  <PresentationFormat>Custom</PresentationFormat>
  <Paragraphs>45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Times New Roman</vt:lpstr>
      <vt:lpstr>Trebuchet MS</vt:lpstr>
      <vt:lpstr>Office Theme</vt:lpstr>
      <vt:lpstr>Centralized Control Primitives for Multi-Robot Navigation in 2D Vector Fields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Multi-robot Collaboration &amp; Multiple Drive Motion Control of an Autonomous Agricultural Rover</dc:title>
  <dc:creator>Matthew Condino</dc:creator>
  <cp:lastModifiedBy>Christopher Waight</cp:lastModifiedBy>
  <cp:revision>1</cp:revision>
  <dcterms:created xsi:type="dcterms:W3CDTF">2016-09-13T20:48:54Z</dcterms:created>
  <dcterms:modified xsi:type="dcterms:W3CDTF">2024-01-24T08:35:44Z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M SIP Document Sensitivity">
    <vt:lpwstr/>
  </property>
  <property fmtid="{D5CDD505-2E9C-101B-9397-08002B2CF9AE}" pid="3" name="Document Author">
    <vt:lpwstr>ACCT01\rlee15</vt:lpwstr>
  </property>
  <property fmtid="{D5CDD505-2E9C-101B-9397-08002B2CF9AE}" pid="4" name="Document Sensitivity">
    <vt:lpwstr>1</vt:lpwstr>
  </property>
  <property fmtid="{D5CDD505-2E9C-101B-9397-08002B2CF9AE}" pid="5" name="ThirdParty">
    <vt:lpwstr/>
  </property>
  <property fmtid="{D5CDD505-2E9C-101B-9397-08002B2CF9AE}" pid="6" name="OCI Restriction">
    <vt:bool>false</vt:bool>
  </property>
  <property fmtid="{D5CDD505-2E9C-101B-9397-08002B2CF9AE}" pid="7" name="OCI Additional Info">
    <vt:lpwstr/>
  </property>
  <property fmtid="{D5CDD505-2E9C-101B-9397-08002B2CF9AE}" pid="8" name="Allow Header Overwrite">
    <vt:bool>false</vt:bool>
  </property>
  <property fmtid="{D5CDD505-2E9C-101B-9397-08002B2CF9AE}" pid="9" name="Allow Footer Overwrite">
    <vt:bool>false</vt:bool>
  </property>
  <property fmtid="{D5CDD505-2E9C-101B-9397-08002B2CF9AE}" pid="10" name="Multiple Selected">
    <vt:lpwstr>-1</vt:lpwstr>
  </property>
  <property fmtid="{D5CDD505-2E9C-101B-9397-08002B2CF9AE}" pid="11" name="SIPLongWording">
    <vt:lpwstr/>
  </property>
  <property fmtid="{D5CDD505-2E9C-101B-9397-08002B2CF9AE}" pid="12" name="checkedProgramsCount">
    <vt:i4>0</vt:i4>
  </property>
  <property fmtid="{D5CDD505-2E9C-101B-9397-08002B2CF9AE}" pid="13" name="ExpCountry">
    <vt:lpwstr/>
  </property>
</Properties>
</file>