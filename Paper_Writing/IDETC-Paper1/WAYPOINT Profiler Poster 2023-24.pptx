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Lst>
  <p:sldSz cy="32918400" cx="438912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368">
          <p15:clr>
            <a:srgbClr val="A4A3A4"/>
          </p15:clr>
        </p15:guide>
        <p15:guide id="2" pos="13824">
          <p15:clr>
            <a:srgbClr val="A4A3A4"/>
          </p15:clr>
        </p15:guide>
      </p15:sldGuideLst>
    </p:ext>
    <p:ext uri="GoogleSlidesCustomDataVersion2">
      <go:slidesCustomData xmlns:go="http://customooxmlschemas.google.com/" r:id="rId7" roundtripDataSignature="AMtx7mg8koBuZS1AKtar09PAyYTmjiOdZ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368" orient="horz"/>
        <p:guide pos="13824"/>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4"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fa778c9e4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sz="6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82" name="Google Shape;82;g1fa778c9e43_0_0:notes"/>
          <p:cNvSpPr/>
          <p:nvPr>
            <p:ph idx="2" type="sldImg"/>
          </p:nvPr>
        </p:nvSpPr>
        <p:spPr>
          <a:xfrm>
            <a:off x="1142942"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ctrTitle"/>
          </p:nvPr>
        </p:nvSpPr>
        <p:spPr>
          <a:xfrm>
            <a:off x="3291840" y="5387342"/>
            <a:ext cx="37307700" cy="11460300"/>
          </a:xfrm>
          <a:prstGeom prst="rect">
            <a:avLst/>
          </a:prstGeom>
          <a:noFill/>
          <a:ln>
            <a:noFill/>
          </a:ln>
        </p:spPr>
        <p:txBody>
          <a:bodyPr anchorCtr="0" anchor="b" bIns="44650" lIns="89275" spcFirstLastPara="1" rIns="89275" wrap="square" tIns="44650">
            <a:noAutofit/>
          </a:bodyPr>
          <a:lstStyle>
            <a:lvl1pPr lvl="0" algn="ctr">
              <a:lnSpc>
                <a:spcPct val="90000"/>
              </a:lnSpc>
              <a:spcBef>
                <a:spcPts val="0"/>
              </a:spcBef>
              <a:spcAft>
                <a:spcPts val="0"/>
              </a:spcAft>
              <a:buClr>
                <a:schemeClr val="dk1"/>
              </a:buClr>
              <a:buSzPts val="28300"/>
              <a:buFont typeface="Calibri"/>
              <a:buNone/>
              <a:defRPr sz="283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3" name="Google Shape;13;p3"/>
          <p:cNvSpPr txBox="1"/>
          <p:nvPr>
            <p:ph idx="1" type="subTitle"/>
          </p:nvPr>
        </p:nvSpPr>
        <p:spPr>
          <a:xfrm>
            <a:off x="5486400" y="17289781"/>
            <a:ext cx="32918400" cy="7947000"/>
          </a:xfrm>
          <a:prstGeom prst="rect">
            <a:avLst/>
          </a:prstGeom>
          <a:noFill/>
          <a:ln>
            <a:noFill/>
          </a:ln>
        </p:spPr>
        <p:txBody>
          <a:bodyPr anchorCtr="0" anchor="t" bIns="44650" lIns="89275" spcFirstLastPara="1" rIns="89275" wrap="square" tIns="44650">
            <a:noAutofit/>
          </a:bodyPr>
          <a:lstStyle>
            <a:lvl1pPr lvl="0" algn="ctr">
              <a:lnSpc>
                <a:spcPct val="90000"/>
              </a:lnSpc>
              <a:spcBef>
                <a:spcPts val="4500"/>
              </a:spcBef>
              <a:spcAft>
                <a:spcPts val="0"/>
              </a:spcAft>
              <a:buClr>
                <a:schemeClr val="dk1"/>
              </a:buClr>
              <a:buSzPts val="11400"/>
              <a:buNone/>
              <a:defRPr sz="11400"/>
            </a:lvl1pPr>
            <a:lvl2pPr lvl="1" algn="ctr">
              <a:lnSpc>
                <a:spcPct val="90000"/>
              </a:lnSpc>
              <a:spcBef>
                <a:spcPts val="2500"/>
              </a:spcBef>
              <a:spcAft>
                <a:spcPts val="0"/>
              </a:spcAft>
              <a:buClr>
                <a:schemeClr val="dk1"/>
              </a:buClr>
              <a:buSzPts val="9400"/>
              <a:buNone/>
              <a:defRPr sz="9400"/>
            </a:lvl2pPr>
            <a:lvl3pPr lvl="2" algn="ctr">
              <a:lnSpc>
                <a:spcPct val="90000"/>
              </a:lnSpc>
              <a:spcBef>
                <a:spcPts val="2500"/>
              </a:spcBef>
              <a:spcAft>
                <a:spcPts val="0"/>
              </a:spcAft>
              <a:buClr>
                <a:schemeClr val="dk1"/>
              </a:buClr>
              <a:buSzPts val="8400"/>
              <a:buNone/>
              <a:defRPr sz="8400"/>
            </a:lvl3pPr>
            <a:lvl4pPr lvl="3" algn="ctr">
              <a:lnSpc>
                <a:spcPct val="90000"/>
              </a:lnSpc>
              <a:spcBef>
                <a:spcPts val="2500"/>
              </a:spcBef>
              <a:spcAft>
                <a:spcPts val="0"/>
              </a:spcAft>
              <a:buClr>
                <a:schemeClr val="dk1"/>
              </a:buClr>
              <a:buSzPts val="7400"/>
              <a:buNone/>
              <a:defRPr sz="7400"/>
            </a:lvl4pPr>
            <a:lvl5pPr lvl="4" algn="ctr">
              <a:lnSpc>
                <a:spcPct val="90000"/>
              </a:lnSpc>
              <a:spcBef>
                <a:spcPts val="2500"/>
              </a:spcBef>
              <a:spcAft>
                <a:spcPts val="0"/>
              </a:spcAft>
              <a:buClr>
                <a:schemeClr val="dk1"/>
              </a:buClr>
              <a:buSzPts val="7400"/>
              <a:buNone/>
              <a:defRPr sz="7400"/>
            </a:lvl5pPr>
            <a:lvl6pPr lvl="5" algn="ctr">
              <a:lnSpc>
                <a:spcPct val="90000"/>
              </a:lnSpc>
              <a:spcBef>
                <a:spcPts val="2500"/>
              </a:spcBef>
              <a:spcAft>
                <a:spcPts val="0"/>
              </a:spcAft>
              <a:buClr>
                <a:schemeClr val="dk1"/>
              </a:buClr>
              <a:buSzPts val="7400"/>
              <a:buNone/>
              <a:defRPr sz="7400"/>
            </a:lvl6pPr>
            <a:lvl7pPr lvl="6" algn="ctr">
              <a:lnSpc>
                <a:spcPct val="90000"/>
              </a:lnSpc>
              <a:spcBef>
                <a:spcPts val="2500"/>
              </a:spcBef>
              <a:spcAft>
                <a:spcPts val="0"/>
              </a:spcAft>
              <a:buClr>
                <a:schemeClr val="dk1"/>
              </a:buClr>
              <a:buSzPts val="7400"/>
              <a:buNone/>
              <a:defRPr sz="7400"/>
            </a:lvl7pPr>
            <a:lvl8pPr lvl="7" algn="ctr">
              <a:lnSpc>
                <a:spcPct val="90000"/>
              </a:lnSpc>
              <a:spcBef>
                <a:spcPts val="2500"/>
              </a:spcBef>
              <a:spcAft>
                <a:spcPts val="0"/>
              </a:spcAft>
              <a:buClr>
                <a:schemeClr val="dk1"/>
              </a:buClr>
              <a:buSzPts val="7400"/>
              <a:buNone/>
              <a:defRPr sz="7400"/>
            </a:lvl8pPr>
            <a:lvl9pPr lvl="8" algn="ctr">
              <a:lnSpc>
                <a:spcPct val="90000"/>
              </a:lnSpc>
              <a:spcBef>
                <a:spcPts val="2500"/>
              </a:spcBef>
              <a:spcAft>
                <a:spcPts val="0"/>
              </a:spcAft>
              <a:buClr>
                <a:schemeClr val="dk1"/>
              </a:buClr>
              <a:buSzPts val="7400"/>
              <a:buNone/>
              <a:defRPr sz="7400"/>
            </a:lvl9pPr>
          </a:lstStyle>
          <a:p/>
        </p:txBody>
      </p:sp>
      <p:sp>
        <p:nvSpPr>
          <p:cNvPr id="14" name="Google Shape;14;p3"/>
          <p:cNvSpPr txBox="1"/>
          <p:nvPr>
            <p:ph idx="10" type="dt"/>
          </p:nvPr>
        </p:nvSpPr>
        <p:spPr>
          <a:xfrm>
            <a:off x="3017520" y="30510488"/>
            <a:ext cx="9875700" cy="1752300"/>
          </a:xfrm>
          <a:prstGeom prst="rect">
            <a:avLst/>
          </a:prstGeom>
          <a:noFill/>
          <a:ln>
            <a:noFill/>
          </a:ln>
        </p:spPr>
        <p:txBody>
          <a:bodyPr anchorCtr="0" anchor="ctr" bIns="44650" lIns="89275" spcFirstLastPara="1" rIns="89275" wrap="square" tIns="4465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5" name="Google Shape;15;p3"/>
          <p:cNvSpPr txBox="1"/>
          <p:nvPr>
            <p:ph idx="11" type="ftr"/>
          </p:nvPr>
        </p:nvSpPr>
        <p:spPr>
          <a:xfrm>
            <a:off x="14538959" y="30510488"/>
            <a:ext cx="14813100" cy="1752300"/>
          </a:xfrm>
          <a:prstGeom prst="rect">
            <a:avLst/>
          </a:prstGeom>
          <a:noFill/>
          <a:ln>
            <a:noFill/>
          </a:ln>
        </p:spPr>
        <p:txBody>
          <a:bodyPr anchorCtr="0" anchor="ctr" bIns="44650" lIns="89275" spcFirstLastPara="1" rIns="89275" wrap="square" tIns="4465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6" name="Google Shape;16;p3"/>
          <p:cNvSpPr txBox="1"/>
          <p:nvPr>
            <p:ph idx="12" type="sldNum"/>
          </p:nvPr>
        </p:nvSpPr>
        <p:spPr>
          <a:xfrm>
            <a:off x="30998159" y="30510488"/>
            <a:ext cx="9875700" cy="1752300"/>
          </a:xfrm>
          <a:prstGeom prst="rect">
            <a:avLst/>
          </a:prstGeom>
          <a:noFill/>
          <a:ln>
            <a:noFill/>
          </a:ln>
        </p:spPr>
        <p:txBody>
          <a:bodyPr anchorCtr="0" anchor="ctr" bIns="44650" lIns="89275" spcFirstLastPara="1" rIns="89275" wrap="square" tIns="44650">
            <a:no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4"/>
          <p:cNvSpPr txBox="1"/>
          <p:nvPr>
            <p:ph type="title"/>
          </p:nvPr>
        </p:nvSpPr>
        <p:spPr>
          <a:xfrm>
            <a:off x="3017520" y="1752607"/>
            <a:ext cx="37856100" cy="6362700"/>
          </a:xfrm>
          <a:prstGeom prst="rect">
            <a:avLst/>
          </a:prstGeom>
          <a:noFill/>
          <a:ln>
            <a:noFill/>
          </a:ln>
        </p:spPr>
        <p:txBody>
          <a:bodyPr anchorCtr="0" anchor="ctr" bIns="44650" lIns="89275" spcFirstLastPara="1" rIns="89275" wrap="square" tIns="44650">
            <a:noAutofit/>
          </a:bodyPr>
          <a:lstStyle>
            <a:lvl1pPr lvl="0" algn="l">
              <a:lnSpc>
                <a:spcPct val="90000"/>
              </a:lnSpc>
              <a:spcBef>
                <a:spcPts val="0"/>
              </a:spcBef>
              <a:spcAft>
                <a:spcPts val="0"/>
              </a:spcAft>
              <a:buClr>
                <a:schemeClr val="dk1"/>
              </a:buClr>
              <a:buSzPts val="20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9" name="Google Shape;19;p4"/>
          <p:cNvSpPr txBox="1"/>
          <p:nvPr>
            <p:ph idx="1" type="body"/>
          </p:nvPr>
        </p:nvSpPr>
        <p:spPr>
          <a:xfrm>
            <a:off x="3017520" y="8763000"/>
            <a:ext cx="37856100" cy="20886300"/>
          </a:xfrm>
          <a:prstGeom prst="rect">
            <a:avLst/>
          </a:prstGeom>
          <a:noFill/>
          <a:ln>
            <a:noFill/>
          </a:ln>
        </p:spPr>
        <p:txBody>
          <a:bodyPr anchorCtr="0" anchor="t" bIns="44650" lIns="89275" spcFirstLastPara="1" rIns="89275" wrap="square" tIns="44650">
            <a:noAutofit/>
          </a:bodyPr>
          <a:lstStyle>
            <a:lvl1pPr indent="-355600" lvl="0" marL="457200" algn="l">
              <a:lnSpc>
                <a:spcPct val="90000"/>
              </a:lnSpc>
              <a:spcBef>
                <a:spcPts val="4500"/>
              </a:spcBef>
              <a:spcAft>
                <a:spcPts val="0"/>
              </a:spcAft>
              <a:buClr>
                <a:schemeClr val="dk1"/>
              </a:buClr>
              <a:buSzPts val="2000"/>
              <a:buChar char="•"/>
              <a:defRPr/>
            </a:lvl1pPr>
            <a:lvl2pPr indent="-355600" lvl="1" marL="914400" algn="l">
              <a:lnSpc>
                <a:spcPct val="90000"/>
              </a:lnSpc>
              <a:spcBef>
                <a:spcPts val="2500"/>
              </a:spcBef>
              <a:spcAft>
                <a:spcPts val="0"/>
              </a:spcAft>
              <a:buClr>
                <a:schemeClr val="dk1"/>
              </a:buClr>
              <a:buSzPts val="2000"/>
              <a:buChar char="•"/>
              <a:defRPr/>
            </a:lvl2pPr>
            <a:lvl3pPr indent="-355600" lvl="2" marL="1371600" algn="l">
              <a:lnSpc>
                <a:spcPct val="90000"/>
              </a:lnSpc>
              <a:spcBef>
                <a:spcPts val="2500"/>
              </a:spcBef>
              <a:spcAft>
                <a:spcPts val="0"/>
              </a:spcAft>
              <a:buClr>
                <a:schemeClr val="dk1"/>
              </a:buClr>
              <a:buSzPts val="2000"/>
              <a:buChar char="•"/>
              <a:defRPr/>
            </a:lvl3pPr>
            <a:lvl4pPr indent="-355600" lvl="3" marL="1828800" algn="l">
              <a:lnSpc>
                <a:spcPct val="90000"/>
              </a:lnSpc>
              <a:spcBef>
                <a:spcPts val="2500"/>
              </a:spcBef>
              <a:spcAft>
                <a:spcPts val="0"/>
              </a:spcAft>
              <a:buClr>
                <a:schemeClr val="dk1"/>
              </a:buClr>
              <a:buSzPts val="2000"/>
              <a:buChar char="•"/>
              <a:defRPr/>
            </a:lvl4pPr>
            <a:lvl5pPr indent="-355600" lvl="4" marL="2286000" algn="l">
              <a:lnSpc>
                <a:spcPct val="90000"/>
              </a:lnSpc>
              <a:spcBef>
                <a:spcPts val="2500"/>
              </a:spcBef>
              <a:spcAft>
                <a:spcPts val="0"/>
              </a:spcAft>
              <a:buClr>
                <a:schemeClr val="dk1"/>
              </a:buClr>
              <a:buSzPts val="2000"/>
              <a:buChar char="•"/>
              <a:defRPr/>
            </a:lvl5pPr>
            <a:lvl6pPr indent="-355600" lvl="5" marL="2743200" algn="l">
              <a:lnSpc>
                <a:spcPct val="90000"/>
              </a:lnSpc>
              <a:spcBef>
                <a:spcPts val="2500"/>
              </a:spcBef>
              <a:spcAft>
                <a:spcPts val="0"/>
              </a:spcAft>
              <a:buClr>
                <a:schemeClr val="dk1"/>
              </a:buClr>
              <a:buSzPts val="2000"/>
              <a:buChar char="•"/>
              <a:defRPr/>
            </a:lvl6pPr>
            <a:lvl7pPr indent="-355600" lvl="6" marL="3200400" algn="l">
              <a:lnSpc>
                <a:spcPct val="90000"/>
              </a:lnSpc>
              <a:spcBef>
                <a:spcPts val="2500"/>
              </a:spcBef>
              <a:spcAft>
                <a:spcPts val="0"/>
              </a:spcAft>
              <a:buClr>
                <a:schemeClr val="dk1"/>
              </a:buClr>
              <a:buSzPts val="2000"/>
              <a:buChar char="•"/>
              <a:defRPr/>
            </a:lvl7pPr>
            <a:lvl8pPr indent="-355600" lvl="7" marL="3657600" algn="l">
              <a:lnSpc>
                <a:spcPct val="90000"/>
              </a:lnSpc>
              <a:spcBef>
                <a:spcPts val="2500"/>
              </a:spcBef>
              <a:spcAft>
                <a:spcPts val="0"/>
              </a:spcAft>
              <a:buClr>
                <a:schemeClr val="dk1"/>
              </a:buClr>
              <a:buSzPts val="2000"/>
              <a:buChar char="•"/>
              <a:defRPr/>
            </a:lvl8pPr>
            <a:lvl9pPr indent="-355600" lvl="8" marL="4114800" algn="l">
              <a:lnSpc>
                <a:spcPct val="90000"/>
              </a:lnSpc>
              <a:spcBef>
                <a:spcPts val="2500"/>
              </a:spcBef>
              <a:spcAft>
                <a:spcPts val="0"/>
              </a:spcAft>
              <a:buClr>
                <a:schemeClr val="dk1"/>
              </a:buClr>
              <a:buSzPts val="2000"/>
              <a:buChar char="•"/>
              <a:defRPr/>
            </a:lvl9pPr>
          </a:lstStyle>
          <a:p/>
        </p:txBody>
      </p:sp>
      <p:sp>
        <p:nvSpPr>
          <p:cNvPr id="20" name="Google Shape;20;p4"/>
          <p:cNvSpPr txBox="1"/>
          <p:nvPr>
            <p:ph idx="10" type="dt"/>
          </p:nvPr>
        </p:nvSpPr>
        <p:spPr>
          <a:xfrm>
            <a:off x="3017520" y="30510488"/>
            <a:ext cx="9875700" cy="1752300"/>
          </a:xfrm>
          <a:prstGeom prst="rect">
            <a:avLst/>
          </a:prstGeom>
          <a:noFill/>
          <a:ln>
            <a:noFill/>
          </a:ln>
        </p:spPr>
        <p:txBody>
          <a:bodyPr anchorCtr="0" anchor="ctr" bIns="44650" lIns="89275" spcFirstLastPara="1" rIns="89275" wrap="square" tIns="4465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1" name="Google Shape;21;p4"/>
          <p:cNvSpPr txBox="1"/>
          <p:nvPr>
            <p:ph idx="11" type="ftr"/>
          </p:nvPr>
        </p:nvSpPr>
        <p:spPr>
          <a:xfrm>
            <a:off x="14538959" y="30510488"/>
            <a:ext cx="14813100" cy="1752300"/>
          </a:xfrm>
          <a:prstGeom prst="rect">
            <a:avLst/>
          </a:prstGeom>
          <a:noFill/>
          <a:ln>
            <a:noFill/>
          </a:ln>
        </p:spPr>
        <p:txBody>
          <a:bodyPr anchorCtr="0" anchor="ctr" bIns="44650" lIns="89275" spcFirstLastPara="1" rIns="89275" wrap="square" tIns="4465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2" name="Google Shape;22;p4"/>
          <p:cNvSpPr txBox="1"/>
          <p:nvPr>
            <p:ph idx="12" type="sldNum"/>
          </p:nvPr>
        </p:nvSpPr>
        <p:spPr>
          <a:xfrm>
            <a:off x="30998159" y="30510488"/>
            <a:ext cx="9875700" cy="1752300"/>
          </a:xfrm>
          <a:prstGeom prst="rect">
            <a:avLst/>
          </a:prstGeom>
          <a:noFill/>
          <a:ln>
            <a:noFill/>
          </a:ln>
        </p:spPr>
        <p:txBody>
          <a:bodyPr anchorCtr="0" anchor="ctr" bIns="44650" lIns="89275" spcFirstLastPara="1" rIns="89275" wrap="square" tIns="44650">
            <a:no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5"/>
          <p:cNvSpPr txBox="1"/>
          <p:nvPr>
            <p:ph type="title"/>
          </p:nvPr>
        </p:nvSpPr>
        <p:spPr>
          <a:xfrm>
            <a:off x="2994662" y="8206749"/>
            <a:ext cx="37856100" cy="13692600"/>
          </a:xfrm>
          <a:prstGeom prst="rect">
            <a:avLst/>
          </a:prstGeom>
          <a:noFill/>
          <a:ln>
            <a:noFill/>
          </a:ln>
        </p:spPr>
        <p:txBody>
          <a:bodyPr anchorCtr="0" anchor="b" bIns="44650" lIns="89275" spcFirstLastPara="1" rIns="89275" wrap="square" tIns="44650">
            <a:noAutofit/>
          </a:bodyPr>
          <a:lstStyle>
            <a:lvl1pPr lvl="0" algn="l">
              <a:lnSpc>
                <a:spcPct val="90000"/>
              </a:lnSpc>
              <a:spcBef>
                <a:spcPts val="0"/>
              </a:spcBef>
              <a:spcAft>
                <a:spcPts val="0"/>
              </a:spcAft>
              <a:buClr>
                <a:schemeClr val="dk1"/>
              </a:buClr>
              <a:buSzPts val="28300"/>
              <a:buFont typeface="Calibri"/>
              <a:buNone/>
              <a:defRPr sz="283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5" name="Google Shape;25;p5"/>
          <p:cNvSpPr txBox="1"/>
          <p:nvPr>
            <p:ph idx="1" type="body"/>
          </p:nvPr>
        </p:nvSpPr>
        <p:spPr>
          <a:xfrm>
            <a:off x="2994662" y="22029430"/>
            <a:ext cx="37856100" cy="7200600"/>
          </a:xfrm>
          <a:prstGeom prst="rect">
            <a:avLst/>
          </a:prstGeom>
          <a:noFill/>
          <a:ln>
            <a:noFill/>
          </a:ln>
        </p:spPr>
        <p:txBody>
          <a:bodyPr anchorCtr="0" anchor="t" bIns="44650" lIns="89275" spcFirstLastPara="1" rIns="89275" wrap="square" tIns="44650">
            <a:noAutofit/>
          </a:bodyPr>
          <a:lstStyle>
            <a:lvl1pPr indent="-228600" lvl="0" marL="457200" algn="l">
              <a:lnSpc>
                <a:spcPct val="90000"/>
              </a:lnSpc>
              <a:spcBef>
                <a:spcPts val="4500"/>
              </a:spcBef>
              <a:spcAft>
                <a:spcPts val="0"/>
              </a:spcAft>
              <a:buClr>
                <a:schemeClr val="dk1"/>
              </a:buClr>
              <a:buSzPts val="11400"/>
              <a:buNone/>
              <a:defRPr sz="11400">
                <a:solidFill>
                  <a:schemeClr val="dk1"/>
                </a:solidFill>
              </a:defRPr>
            </a:lvl1pPr>
            <a:lvl2pPr indent="-228600" lvl="1" marL="914400" algn="l">
              <a:lnSpc>
                <a:spcPct val="90000"/>
              </a:lnSpc>
              <a:spcBef>
                <a:spcPts val="2500"/>
              </a:spcBef>
              <a:spcAft>
                <a:spcPts val="0"/>
              </a:spcAft>
              <a:buClr>
                <a:srgbClr val="888888"/>
              </a:buClr>
              <a:buSzPts val="9400"/>
              <a:buNone/>
              <a:defRPr sz="9400">
                <a:solidFill>
                  <a:srgbClr val="888888"/>
                </a:solidFill>
              </a:defRPr>
            </a:lvl2pPr>
            <a:lvl3pPr indent="-228600" lvl="2" marL="1371600" algn="l">
              <a:lnSpc>
                <a:spcPct val="90000"/>
              </a:lnSpc>
              <a:spcBef>
                <a:spcPts val="2500"/>
              </a:spcBef>
              <a:spcAft>
                <a:spcPts val="0"/>
              </a:spcAft>
              <a:buClr>
                <a:srgbClr val="888888"/>
              </a:buClr>
              <a:buSzPts val="8400"/>
              <a:buNone/>
              <a:defRPr sz="8400">
                <a:solidFill>
                  <a:srgbClr val="888888"/>
                </a:solidFill>
              </a:defRPr>
            </a:lvl3pPr>
            <a:lvl4pPr indent="-228600" lvl="3" marL="1828800" algn="l">
              <a:lnSpc>
                <a:spcPct val="90000"/>
              </a:lnSpc>
              <a:spcBef>
                <a:spcPts val="2500"/>
              </a:spcBef>
              <a:spcAft>
                <a:spcPts val="0"/>
              </a:spcAft>
              <a:buClr>
                <a:srgbClr val="888888"/>
              </a:buClr>
              <a:buSzPts val="7400"/>
              <a:buNone/>
              <a:defRPr sz="7400">
                <a:solidFill>
                  <a:srgbClr val="888888"/>
                </a:solidFill>
              </a:defRPr>
            </a:lvl4pPr>
            <a:lvl5pPr indent="-228600" lvl="4" marL="2286000" algn="l">
              <a:lnSpc>
                <a:spcPct val="90000"/>
              </a:lnSpc>
              <a:spcBef>
                <a:spcPts val="2500"/>
              </a:spcBef>
              <a:spcAft>
                <a:spcPts val="0"/>
              </a:spcAft>
              <a:buClr>
                <a:srgbClr val="888888"/>
              </a:buClr>
              <a:buSzPts val="7400"/>
              <a:buNone/>
              <a:defRPr sz="7400">
                <a:solidFill>
                  <a:srgbClr val="888888"/>
                </a:solidFill>
              </a:defRPr>
            </a:lvl5pPr>
            <a:lvl6pPr indent="-228600" lvl="5" marL="2743200" algn="l">
              <a:lnSpc>
                <a:spcPct val="90000"/>
              </a:lnSpc>
              <a:spcBef>
                <a:spcPts val="2500"/>
              </a:spcBef>
              <a:spcAft>
                <a:spcPts val="0"/>
              </a:spcAft>
              <a:buClr>
                <a:srgbClr val="888888"/>
              </a:buClr>
              <a:buSzPts val="7400"/>
              <a:buNone/>
              <a:defRPr sz="7400">
                <a:solidFill>
                  <a:srgbClr val="888888"/>
                </a:solidFill>
              </a:defRPr>
            </a:lvl6pPr>
            <a:lvl7pPr indent="-228600" lvl="6" marL="3200400" algn="l">
              <a:lnSpc>
                <a:spcPct val="90000"/>
              </a:lnSpc>
              <a:spcBef>
                <a:spcPts val="2500"/>
              </a:spcBef>
              <a:spcAft>
                <a:spcPts val="0"/>
              </a:spcAft>
              <a:buClr>
                <a:srgbClr val="888888"/>
              </a:buClr>
              <a:buSzPts val="7400"/>
              <a:buNone/>
              <a:defRPr sz="7400">
                <a:solidFill>
                  <a:srgbClr val="888888"/>
                </a:solidFill>
              </a:defRPr>
            </a:lvl7pPr>
            <a:lvl8pPr indent="-228600" lvl="7" marL="3657600" algn="l">
              <a:lnSpc>
                <a:spcPct val="90000"/>
              </a:lnSpc>
              <a:spcBef>
                <a:spcPts val="2500"/>
              </a:spcBef>
              <a:spcAft>
                <a:spcPts val="0"/>
              </a:spcAft>
              <a:buClr>
                <a:srgbClr val="888888"/>
              </a:buClr>
              <a:buSzPts val="7400"/>
              <a:buNone/>
              <a:defRPr sz="7400">
                <a:solidFill>
                  <a:srgbClr val="888888"/>
                </a:solidFill>
              </a:defRPr>
            </a:lvl8pPr>
            <a:lvl9pPr indent="-228600" lvl="8" marL="4114800" algn="l">
              <a:lnSpc>
                <a:spcPct val="90000"/>
              </a:lnSpc>
              <a:spcBef>
                <a:spcPts val="2500"/>
              </a:spcBef>
              <a:spcAft>
                <a:spcPts val="0"/>
              </a:spcAft>
              <a:buClr>
                <a:srgbClr val="888888"/>
              </a:buClr>
              <a:buSzPts val="7400"/>
              <a:buNone/>
              <a:defRPr sz="7400">
                <a:solidFill>
                  <a:srgbClr val="888888"/>
                </a:solidFill>
              </a:defRPr>
            </a:lvl9pPr>
          </a:lstStyle>
          <a:p/>
        </p:txBody>
      </p:sp>
      <p:sp>
        <p:nvSpPr>
          <p:cNvPr id="26" name="Google Shape;26;p5"/>
          <p:cNvSpPr txBox="1"/>
          <p:nvPr>
            <p:ph idx="10" type="dt"/>
          </p:nvPr>
        </p:nvSpPr>
        <p:spPr>
          <a:xfrm>
            <a:off x="3017520" y="30510488"/>
            <a:ext cx="9875700" cy="1752300"/>
          </a:xfrm>
          <a:prstGeom prst="rect">
            <a:avLst/>
          </a:prstGeom>
          <a:noFill/>
          <a:ln>
            <a:noFill/>
          </a:ln>
        </p:spPr>
        <p:txBody>
          <a:bodyPr anchorCtr="0" anchor="ctr" bIns="44650" lIns="89275" spcFirstLastPara="1" rIns="89275" wrap="square" tIns="4465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7" name="Google Shape;27;p5"/>
          <p:cNvSpPr txBox="1"/>
          <p:nvPr>
            <p:ph idx="11" type="ftr"/>
          </p:nvPr>
        </p:nvSpPr>
        <p:spPr>
          <a:xfrm>
            <a:off x="14538959" y="30510488"/>
            <a:ext cx="14813100" cy="1752300"/>
          </a:xfrm>
          <a:prstGeom prst="rect">
            <a:avLst/>
          </a:prstGeom>
          <a:noFill/>
          <a:ln>
            <a:noFill/>
          </a:ln>
        </p:spPr>
        <p:txBody>
          <a:bodyPr anchorCtr="0" anchor="ctr" bIns="44650" lIns="89275" spcFirstLastPara="1" rIns="89275" wrap="square" tIns="4465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8" name="Google Shape;28;p5"/>
          <p:cNvSpPr txBox="1"/>
          <p:nvPr>
            <p:ph idx="12" type="sldNum"/>
          </p:nvPr>
        </p:nvSpPr>
        <p:spPr>
          <a:xfrm>
            <a:off x="30998159" y="30510488"/>
            <a:ext cx="9875700" cy="1752300"/>
          </a:xfrm>
          <a:prstGeom prst="rect">
            <a:avLst/>
          </a:prstGeom>
          <a:noFill/>
          <a:ln>
            <a:noFill/>
          </a:ln>
        </p:spPr>
        <p:txBody>
          <a:bodyPr anchorCtr="0" anchor="ctr" bIns="44650" lIns="89275" spcFirstLastPara="1" rIns="89275" wrap="square" tIns="44650">
            <a:no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6"/>
          <p:cNvSpPr txBox="1"/>
          <p:nvPr>
            <p:ph type="title"/>
          </p:nvPr>
        </p:nvSpPr>
        <p:spPr>
          <a:xfrm>
            <a:off x="3017520" y="1752607"/>
            <a:ext cx="37856100" cy="6362700"/>
          </a:xfrm>
          <a:prstGeom prst="rect">
            <a:avLst/>
          </a:prstGeom>
          <a:noFill/>
          <a:ln>
            <a:noFill/>
          </a:ln>
        </p:spPr>
        <p:txBody>
          <a:bodyPr anchorCtr="0" anchor="ctr" bIns="44650" lIns="89275" spcFirstLastPara="1" rIns="89275" wrap="square" tIns="44650">
            <a:noAutofit/>
          </a:bodyPr>
          <a:lstStyle>
            <a:lvl1pPr lvl="0" algn="l">
              <a:lnSpc>
                <a:spcPct val="90000"/>
              </a:lnSpc>
              <a:spcBef>
                <a:spcPts val="0"/>
              </a:spcBef>
              <a:spcAft>
                <a:spcPts val="0"/>
              </a:spcAft>
              <a:buClr>
                <a:schemeClr val="dk1"/>
              </a:buClr>
              <a:buSzPts val="20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31" name="Google Shape;31;p6"/>
          <p:cNvSpPr txBox="1"/>
          <p:nvPr>
            <p:ph idx="1" type="body"/>
          </p:nvPr>
        </p:nvSpPr>
        <p:spPr>
          <a:xfrm>
            <a:off x="3017520" y="8763000"/>
            <a:ext cx="18653700" cy="20886300"/>
          </a:xfrm>
          <a:prstGeom prst="rect">
            <a:avLst/>
          </a:prstGeom>
          <a:noFill/>
          <a:ln>
            <a:noFill/>
          </a:ln>
        </p:spPr>
        <p:txBody>
          <a:bodyPr anchorCtr="0" anchor="t" bIns="44650" lIns="89275" spcFirstLastPara="1" rIns="89275" wrap="square" tIns="44650">
            <a:noAutofit/>
          </a:bodyPr>
          <a:lstStyle>
            <a:lvl1pPr indent="-355600" lvl="0" marL="457200" algn="l">
              <a:lnSpc>
                <a:spcPct val="90000"/>
              </a:lnSpc>
              <a:spcBef>
                <a:spcPts val="4500"/>
              </a:spcBef>
              <a:spcAft>
                <a:spcPts val="0"/>
              </a:spcAft>
              <a:buClr>
                <a:schemeClr val="dk1"/>
              </a:buClr>
              <a:buSzPts val="2000"/>
              <a:buChar char="•"/>
              <a:defRPr/>
            </a:lvl1pPr>
            <a:lvl2pPr indent="-355600" lvl="1" marL="914400" algn="l">
              <a:lnSpc>
                <a:spcPct val="90000"/>
              </a:lnSpc>
              <a:spcBef>
                <a:spcPts val="2500"/>
              </a:spcBef>
              <a:spcAft>
                <a:spcPts val="0"/>
              </a:spcAft>
              <a:buClr>
                <a:schemeClr val="dk1"/>
              </a:buClr>
              <a:buSzPts val="2000"/>
              <a:buChar char="•"/>
              <a:defRPr/>
            </a:lvl2pPr>
            <a:lvl3pPr indent="-355600" lvl="2" marL="1371600" algn="l">
              <a:lnSpc>
                <a:spcPct val="90000"/>
              </a:lnSpc>
              <a:spcBef>
                <a:spcPts val="2500"/>
              </a:spcBef>
              <a:spcAft>
                <a:spcPts val="0"/>
              </a:spcAft>
              <a:buClr>
                <a:schemeClr val="dk1"/>
              </a:buClr>
              <a:buSzPts val="2000"/>
              <a:buChar char="•"/>
              <a:defRPr/>
            </a:lvl3pPr>
            <a:lvl4pPr indent="-355600" lvl="3" marL="1828800" algn="l">
              <a:lnSpc>
                <a:spcPct val="90000"/>
              </a:lnSpc>
              <a:spcBef>
                <a:spcPts val="2500"/>
              </a:spcBef>
              <a:spcAft>
                <a:spcPts val="0"/>
              </a:spcAft>
              <a:buClr>
                <a:schemeClr val="dk1"/>
              </a:buClr>
              <a:buSzPts val="2000"/>
              <a:buChar char="•"/>
              <a:defRPr/>
            </a:lvl4pPr>
            <a:lvl5pPr indent="-355600" lvl="4" marL="2286000" algn="l">
              <a:lnSpc>
                <a:spcPct val="90000"/>
              </a:lnSpc>
              <a:spcBef>
                <a:spcPts val="2500"/>
              </a:spcBef>
              <a:spcAft>
                <a:spcPts val="0"/>
              </a:spcAft>
              <a:buClr>
                <a:schemeClr val="dk1"/>
              </a:buClr>
              <a:buSzPts val="2000"/>
              <a:buChar char="•"/>
              <a:defRPr/>
            </a:lvl5pPr>
            <a:lvl6pPr indent="-355600" lvl="5" marL="2743200" algn="l">
              <a:lnSpc>
                <a:spcPct val="90000"/>
              </a:lnSpc>
              <a:spcBef>
                <a:spcPts val="2500"/>
              </a:spcBef>
              <a:spcAft>
                <a:spcPts val="0"/>
              </a:spcAft>
              <a:buClr>
                <a:schemeClr val="dk1"/>
              </a:buClr>
              <a:buSzPts val="2000"/>
              <a:buChar char="•"/>
              <a:defRPr/>
            </a:lvl6pPr>
            <a:lvl7pPr indent="-355600" lvl="6" marL="3200400" algn="l">
              <a:lnSpc>
                <a:spcPct val="90000"/>
              </a:lnSpc>
              <a:spcBef>
                <a:spcPts val="2500"/>
              </a:spcBef>
              <a:spcAft>
                <a:spcPts val="0"/>
              </a:spcAft>
              <a:buClr>
                <a:schemeClr val="dk1"/>
              </a:buClr>
              <a:buSzPts val="2000"/>
              <a:buChar char="•"/>
              <a:defRPr/>
            </a:lvl7pPr>
            <a:lvl8pPr indent="-355600" lvl="7" marL="3657600" algn="l">
              <a:lnSpc>
                <a:spcPct val="90000"/>
              </a:lnSpc>
              <a:spcBef>
                <a:spcPts val="2500"/>
              </a:spcBef>
              <a:spcAft>
                <a:spcPts val="0"/>
              </a:spcAft>
              <a:buClr>
                <a:schemeClr val="dk1"/>
              </a:buClr>
              <a:buSzPts val="2000"/>
              <a:buChar char="•"/>
              <a:defRPr/>
            </a:lvl8pPr>
            <a:lvl9pPr indent="-355600" lvl="8" marL="4114800" algn="l">
              <a:lnSpc>
                <a:spcPct val="90000"/>
              </a:lnSpc>
              <a:spcBef>
                <a:spcPts val="2500"/>
              </a:spcBef>
              <a:spcAft>
                <a:spcPts val="0"/>
              </a:spcAft>
              <a:buClr>
                <a:schemeClr val="dk1"/>
              </a:buClr>
              <a:buSzPts val="2000"/>
              <a:buChar char="•"/>
              <a:defRPr/>
            </a:lvl9pPr>
          </a:lstStyle>
          <a:p/>
        </p:txBody>
      </p:sp>
      <p:sp>
        <p:nvSpPr>
          <p:cNvPr id="32" name="Google Shape;32;p6"/>
          <p:cNvSpPr txBox="1"/>
          <p:nvPr>
            <p:ph idx="2" type="body"/>
          </p:nvPr>
        </p:nvSpPr>
        <p:spPr>
          <a:xfrm>
            <a:off x="22219920" y="8763000"/>
            <a:ext cx="18653700" cy="20886300"/>
          </a:xfrm>
          <a:prstGeom prst="rect">
            <a:avLst/>
          </a:prstGeom>
          <a:noFill/>
          <a:ln>
            <a:noFill/>
          </a:ln>
        </p:spPr>
        <p:txBody>
          <a:bodyPr anchorCtr="0" anchor="t" bIns="44650" lIns="89275" spcFirstLastPara="1" rIns="89275" wrap="square" tIns="44650">
            <a:noAutofit/>
          </a:bodyPr>
          <a:lstStyle>
            <a:lvl1pPr indent="-355600" lvl="0" marL="457200" algn="l">
              <a:lnSpc>
                <a:spcPct val="90000"/>
              </a:lnSpc>
              <a:spcBef>
                <a:spcPts val="4500"/>
              </a:spcBef>
              <a:spcAft>
                <a:spcPts val="0"/>
              </a:spcAft>
              <a:buClr>
                <a:schemeClr val="dk1"/>
              </a:buClr>
              <a:buSzPts val="2000"/>
              <a:buChar char="•"/>
              <a:defRPr/>
            </a:lvl1pPr>
            <a:lvl2pPr indent="-355600" lvl="1" marL="914400" algn="l">
              <a:lnSpc>
                <a:spcPct val="90000"/>
              </a:lnSpc>
              <a:spcBef>
                <a:spcPts val="2500"/>
              </a:spcBef>
              <a:spcAft>
                <a:spcPts val="0"/>
              </a:spcAft>
              <a:buClr>
                <a:schemeClr val="dk1"/>
              </a:buClr>
              <a:buSzPts val="2000"/>
              <a:buChar char="•"/>
              <a:defRPr/>
            </a:lvl2pPr>
            <a:lvl3pPr indent="-355600" lvl="2" marL="1371600" algn="l">
              <a:lnSpc>
                <a:spcPct val="90000"/>
              </a:lnSpc>
              <a:spcBef>
                <a:spcPts val="2500"/>
              </a:spcBef>
              <a:spcAft>
                <a:spcPts val="0"/>
              </a:spcAft>
              <a:buClr>
                <a:schemeClr val="dk1"/>
              </a:buClr>
              <a:buSzPts val="2000"/>
              <a:buChar char="•"/>
              <a:defRPr/>
            </a:lvl3pPr>
            <a:lvl4pPr indent="-355600" lvl="3" marL="1828800" algn="l">
              <a:lnSpc>
                <a:spcPct val="90000"/>
              </a:lnSpc>
              <a:spcBef>
                <a:spcPts val="2500"/>
              </a:spcBef>
              <a:spcAft>
                <a:spcPts val="0"/>
              </a:spcAft>
              <a:buClr>
                <a:schemeClr val="dk1"/>
              </a:buClr>
              <a:buSzPts val="2000"/>
              <a:buChar char="•"/>
              <a:defRPr/>
            </a:lvl4pPr>
            <a:lvl5pPr indent="-355600" lvl="4" marL="2286000" algn="l">
              <a:lnSpc>
                <a:spcPct val="90000"/>
              </a:lnSpc>
              <a:spcBef>
                <a:spcPts val="2500"/>
              </a:spcBef>
              <a:spcAft>
                <a:spcPts val="0"/>
              </a:spcAft>
              <a:buClr>
                <a:schemeClr val="dk1"/>
              </a:buClr>
              <a:buSzPts val="2000"/>
              <a:buChar char="•"/>
              <a:defRPr/>
            </a:lvl5pPr>
            <a:lvl6pPr indent="-355600" lvl="5" marL="2743200" algn="l">
              <a:lnSpc>
                <a:spcPct val="90000"/>
              </a:lnSpc>
              <a:spcBef>
                <a:spcPts val="2500"/>
              </a:spcBef>
              <a:spcAft>
                <a:spcPts val="0"/>
              </a:spcAft>
              <a:buClr>
                <a:schemeClr val="dk1"/>
              </a:buClr>
              <a:buSzPts val="2000"/>
              <a:buChar char="•"/>
              <a:defRPr/>
            </a:lvl6pPr>
            <a:lvl7pPr indent="-355600" lvl="6" marL="3200400" algn="l">
              <a:lnSpc>
                <a:spcPct val="90000"/>
              </a:lnSpc>
              <a:spcBef>
                <a:spcPts val="2500"/>
              </a:spcBef>
              <a:spcAft>
                <a:spcPts val="0"/>
              </a:spcAft>
              <a:buClr>
                <a:schemeClr val="dk1"/>
              </a:buClr>
              <a:buSzPts val="2000"/>
              <a:buChar char="•"/>
              <a:defRPr/>
            </a:lvl7pPr>
            <a:lvl8pPr indent="-355600" lvl="7" marL="3657600" algn="l">
              <a:lnSpc>
                <a:spcPct val="90000"/>
              </a:lnSpc>
              <a:spcBef>
                <a:spcPts val="2500"/>
              </a:spcBef>
              <a:spcAft>
                <a:spcPts val="0"/>
              </a:spcAft>
              <a:buClr>
                <a:schemeClr val="dk1"/>
              </a:buClr>
              <a:buSzPts val="2000"/>
              <a:buChar char="•"/>
              <a:defRPr/>
            </a:lvl8pPr>
            <a:lvl9pPr indent="-355600" lvl="8" marL="4114800" algn="l">
              <a:lnSpc>
                <a:spcPct val="90000"/>
              </a:lnSpc>
              <a:spcBef>
                <a:spcPts val="2500"/>
              </a:spcBef>
              <a:spcAft>
                <a:spcPts val="0"/>
              </a:spcAft>
              <a:buClr>
                <a:schemeClr val="dk1"/>
              </a:buClr>
              <a:buSzPts val="2000"/>
              <a:buChar char="•"/>
              <a:defRPr/>
            </a:lvl9pPr>
          </a:lstStyle>
          <a:p/>
        </p:txBody>
      </p:sp>
      <p:sp>
        <p:nvSpPr>
          <p:cNvPr id="33" name="Google Shape;33;p6"/>
          <p:cNvSpPr txBox="1"/>
          <p:nvPr>
            <p:ph idx="10" type="dt"/>
          </p:nvPr>
        </p:nvSpPr>
        <p:spPr>
          <a:xfrm>
            <a:off x="3017520" y="30510488"/>
            <a:ext cx="9875700" cy="1752300"/>
          </a:xfrm>
          <a:prstGeom prst="rect">
            <a:avLst/>
          </a:prstGeom>
          <a:noFill/>
          <a:ln>
            <a:noFill/>
          </a:ln>
        </p:spPr>
        <p:txBody>
          <a:bodyPr anchorCtr="0" anchor="ctr" bIns="44650" lIns="89275" spcFirstLastPara="1" rIns="89275" wrap="square" tIns="4465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34" name="Google Shape;34;p6"/>
          <p:cNvSpPr txBox="1"/>
          <p:nvPr>
            <p:ph idx="11" type="ftr"/>
          </p:nvPr>
        </p:nvSpPr>
        <p:spPr>
          <a:xfrm>
            <a:off x="14538959" y="30510488"/>
            <a:ext cx="14813100" cy="1752300"/>
          </a:xfrm>
          <a:prstGeom prst="rect">
            <a:avLst/>
          </a:prstGeom>
          <a:noFill/>
          <a:ln>
            <a:noFill/>
          </a:ln>
        </p:spPr>
        <p:txBody>
          <a:bodyPr anchorCtr="0" anchor="ctr" bIns="44650" lIns="89275" spcFirstLastPara="1" rIns="89275" wrap="square" tIns="4465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35" name="Google Shape;35;p6"/>
          <p:cNvSpPr txBox="1"/>
          <p:nvPr>
            <p:ph idx="12" type="sldNum"/>
          </p:nvPr>
        </p:nvSpPr>
        <p:spPr>
          <a:xfrm>
            <a:off x="30998159" y="30510488"/>
            <a:ext cx="9875700" cy="1752300"/>
          </a:xfrm>
          <a:prstGeom prst="rect">
            <a:avLst/>
          </a:prstGeom>
          <a:noFill/>
          <a:ln>
            <a:noFill/>
          </a:ln>
        </p:spPr>
        <p:txBody>
          <a:bodyPr anchorCtr="0" anchor="ctr" bIns="44650" lIns="89275" spcFirstLastPara="1" rIns="89275" wrap="square" tIns="44650">
            <a:no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7"/>
          <p:cNvSpPr txBox="1"/>
          <p:nvPr>
            <p:ph type="title"/>
          </p:nvPr>
        </p:nvSpPr>
        <p:spPr>
          <a:xfrm>
            <a:off x="3023237" y="1752607"/>
            <a:ext cx="37856100" cy="6362700"/>
          </a:xfrm>
          <a:prstGeom prst="rect">
            <a:avLst/>
          </a:prstGeom>
          <a:noFill/>
          <a:ln>
            <a:noFill/>
          </a:ln>
        </p:spPr>
        <p:txBody>
          <a:bodyPr anchorCtr="0" anchor="ctr" bIns="44650" lIns="89275" spcFirstLastPara="1" rIns="89275" wrap="square" tIns="44650">
            <a:noAutofit/>
          </a:bodyPr>
          <a:lstStyle>
            <a:lvl1pPr lvl="0" algn="l">
              <a:lnSpc>
                <a:spcPct val="90000"/>
              </a:lnSpc>
              <a:spcBef>
                <a:spcPts val="0"/>
              </a:spcBef>
              <a:spcAft>
                <a:spcPts val="0"/>
              </a:spcAft>
              <a:buClr>
                <a:schemeClr val="dk1"/>
              </a:buClr>
              <a:buSzPts val="20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38" name="Google Shape;38;p7"/>
          <p:cNvSpPr txBox="1"/>
          <p:nvPr>
            <p:ph idx="1" type="body"/>
          </p:nvPr>
        </p:nvSpPr>
        <p:spPr>
          <a:xfrm>
            <a:off x="3023242" y="8069582"/>
            <a:ext cx="18567300" cy="3955500"/>
          </a:xfrm>
          <a:prstGeom prst="rect">
            <a:avLst/>
          </a:prstGeom>
          <a:noFill/>
          <a:ln>
            <a:noFill/>
          </a:ln>
        </p:spPr>
        <p:txBody>
          <a:bodyPr anchorCtr="0" anchor="b" bIns="44650" lIns="89275" spcFirstLastPara="1" rIns="89275" wrap="square" tIns="44650">
            <a:noAutofit/>
          </a:bodyPr>
          <a:lstStyle>
            <a:lvl1pPr indent="-228600" lvl="0" marL="457200" algn="l">
              <a:lnSpc>
                <a:spcPct val="90000"/>
              </a:lnSpc>
              <a:spcBef>
                <a:spcPts val="4500"/>
              </a:spcBef>
              <a:spcAft>
                <a:spcPts val="0"/>
              </a:spcAft>
              <a:buClr>
                <a:schemeClr val="dk1"/>
              </a:buClr>
              <a:buSzPts val="11400"/>
              <a:buNone/>
              <a:defRPr b="1" sz="11400"/>
            </a:lvl1pPr>
            <a:lvl2pPr indent="-228600" lvl="1" marL="914400" algn="l">
              <a:lnSpc>
                <a:spcPct val="90000"/>
              </a:lnSpc>
              <a:spcBef>
                <a:spcPts val="2500"/>
              </a:spcBef>
              <a:spcAft>
                <a:spcPts val="0"/>
              </a:spcAft>
              <a:buClr>
                <a:schemeClr val="dk1"/>
              </a:buClr>
              <a:buSzPts val="9400"/>
              <a:buNone/>
              <a:defRPr b="1" sz="9400"/>
            </a:lvl2pPr>
            <a:lvl3pPr indent="-228600" lvl="2" marL="1371600" algn="l">
              <a:lnSpc>
                <a:spcPct val="90000"/>
              </a:lnSpc>
              <a:spcBef>
                <a:spcPts val="2500"/>
              </a:spcBef>
              <a:spcAft>
                <a:spcPts val="0"/>
              </a:spcAft>
              <a:buClr>
                <a:schemeClr val="dk1"/>
              </a:buClr>
              <a:buSzPts val="8400"/>
              <a:buNone/>
              <a:defRPr b="1" sz="8400"/>
            </a:lvl3pPr>
            <a:lvl4pPr indent="-228600" lvl="3" marL="1828800" algn="l">
              <a:lnSpc>
                <a:spcPct val="90000"/>
              </a:lnSpc>
              <a:spcBef>
                <a:spcPts val="2500"/>
              </a:spcBef>
              <a:spcAft>
                <a:spcPts val="0"/>
              </a:spcAft>
              <a:buClr>
                <a:schemeClr val="dk1"/>
              </a:buClr>
              <a:buSzPts val="7400"/>
              <a:buNone/>
              <a:defRPr b="1" sz="7400"/>
            </a:lvl4pPr>
            <a:lvl5pPr indent="-228600" lvl="4" marL="2286000" algn="l">
              <a:lnSpc>
                <a:spcPct val="90000"/>
              </a:lnSpc>
              <a:spcBef>
                <a:spcPts val="2500"/>
              </a:spcBef>
              <a:spcAft>
                <a:spcPts val="0"/>
              </a:spcAft>
              <a:buClr>
                <a:schemeClr val="dk1"/>
              </a:buClr>
              <a:buSzPts val="7400"/>
              <a:buNone/>
              <a:defRPr b="1" sz="7400"/>
            </a:lvl5pPr>
            <a:lvl6pPr indent="-228600" lvl="5" marL="2743200" algn="l">
              <a:lnSpc>
                <a:spcPct val="90000"/>
              </a:lnSpc>
              <a:spcBef>
                <a:spcPts val="2500"/>
              </a:spcBef>
              <a:spcAft>
                <a:spcPts val="0"/>
              </a:spcAft>
              <a:buClr>
                <a:schemeClr val="dk1"/>
              </a:buClr>
              <a:buSzPts val="7400"/>
              <a:buNone/>
              <a:defRPr b="1" sz="7400"/>
            </a:lvl6pPr>
            <a:lvl7pPr indent="-228600" lvl="6" marL="3200400" algn="l">
              <a:lnSpc>
                <a:spcPct val="90000"/>
              </a:lnSpc>
              <a:spcBef>
                <a:spcPts val="2500"/>
              </a:spcBef>
              <a:spcAft>
                <a:spcPts val="0"/>
              </a:spcAft>
              <a:buClr>
                <a:schemeClr val="dk1"/>
              </a:buClr>
              <a:buSzPts val="7400"/>
              <a:buNone/>
              <a:defRPr b="1" sz="7400"/>
            </a:lvl7pPr>
            <a:lvl8pPr indent="-228600" lvl="7" marL="3657600" algn="l">
              <a:lnSpc>
                <a:spcPct val="90000"/>
              </a:lnSpc>
              <a:spcBef>
                <a:spcPts val="2500"/>
              </a:spcBef>
              <a:spcAft>
                <a:spcPts val="0"/>
              </a:spcAft>
              <a:buClr>
                <a:schemeClr val="dk1"/>
              </a:buClr>
              <a:buSzPts val="7400"/>
              <a:buNone/>
              <a:defRPr b="1" sz="7400"/>
            </a:lvl8pPr>
            <a:lvl9pPr indent="-228600" lvl="8" marL="4114800" algn="l">
              <a:lnSpc>
                <a:spcPct val="90000"/>
              </a:lnSpc>
              <a:spcBef>
                <a:spcPts val="2500"/>
              </a:spcBef>
              <a:spcAft>
                <a:spcPts val="0"/>
              </a:spcAft>
              <a:buClr>
                <a:schemeClr val="dk1"/>
              </a:buClr>
              <a:buSzPts val="7400"/>
              <a:buNone/>
              <a:defRPr b="1" sz="7400"/>
            </a:lvl9pPr>
          </a:lstStyle>
          <a:p/>
        </p:txBody>
      </p:sp>
      <p:sp>
        <p:nvSpPr>
          <p:cNvPr id="39" name="Google Shape;39;p7"/>
          <p:cNvSpPr txBox="1"/>
          <p:nvPr>
            <p:ph idx="2" type="body"/>
          </p:nvPr>
        </p:nvSpPr>
        <p:spPr>
          <a:xfrm>
            <a:off x="3023242" y="12024360"/>
            <a:ext cx="18567300" cy="17686200"/>
          </a:xfrm>
          <a:prstGeom prst="rect">
            <a:avLst/>
          </a:prstGeom>
          <a:noFill/>
          <a:ln>
            <a:noFill/>
          </a:ln>
        </p:spPr>
        <p:txBody>
          <a:bodyPr anchorCtr="0" anchor="t" bIns="44650" lIns="89275" spcFirstLastPara="1" rIns="89275" wrap="square" tIns="44650">
            <a:noAutofit/>
          </a:bodyPr>
          <a:lstStyle>
            <a:lvl1pPr indent="-355600" lvl="0" marL="457200" algn="l">
              <a:lnSpc>
                <a:spcPct val="90000"/>
              </a:lnSpc>
              <a:spcBef>
                <a:spcPts val="4500"/>
              </a:spcBef>
              <a:spcAft>
                <a:spcPts val="0"/>
              </a:spcAft>
              <a:buClr>
                <a:schemeClr val="dk1"/>
              </a:buClr>
              <a:buSzPts val="2000"/>
              <a:buChar char="•"/>
              <a:defRPr/>
            </a:lvl1pPr>
            <a:lvl2pPr indent="-355600" lvl="1" marL="914400" algn="l">
              <a:lnSpc>
                <a:spcPct val="90000"/>
              </a:lnSpc>
              <a:spcBef>
                <a:spcPts val="2500"/>
              </a:spcBef>
              <a:spcAft>
                <a:spcPts val="0"/>
              </a:spcAft>
              <a:buClr>
                <a:schemeClr val="dk1"/>
              </a:buClr>
              <a:buSzPts val="2000"/>
              <a:buChar char="•"/>
              <a:defRPr/>
            </a:lvl2pPr>
            <a:lvl3pPr indent="-355600" lvl="2" marL="1371600" algn="l">
              <a:lnSpc>
                <a:spcPct val="90000"/>
              </a:lnSpc>
              <a:spcBef>
                <a:spcPts val="2500"/>
              </a:spcBef>
              <a:spcAft>
                <a:spcPts val="0"/>
              </a:spcAft>
              <a:buClr>
                <a:schemeClr val="dk1"/>
              </a:buClr>
              <a:buSzPts val="2000"/>
              <a:buChar char="•"/>
              <a:defRPr/>
            </a:lvl3pPr>
            <a:lvl4pPr indent="-355600" lvl="3" marL="1828800" algn="l">
              <a:lnSpc>
                <a:spcPct val="90000"/>
              </a:lnSpc>
              <a:spcBef>
                <a:spcPts val="2500"/>
              </a:spcBef>
              <a:spcAft>
                <a:spcPts val="0"/>
              </a:spcAft>
              <a:buClr>
                <a:schemeClr val="dk1"/>
              </a:buClr>
              <a:buSzPts val="2000"/>
              <a:buChar char="•"/>
              <a:defRPr/>
            </a:lvl4pPr>
            <a:lvl5pPr indent="-355600" lvl="4" marL="2286000" algn="l">
              <a:lnSpc>
                <a:spcPct val="90000"/>
              </a:lnSpc>
              <a:spcBef>
                <a:spcPts val="2500"/>
              </a:spcBef>
              <a:spcAft>
                <a:spcPts val="0"/>
              </a:spcAft>
              <a:buClr>
                <a:schemeClr val="dk1"/>
              </a:buClr>
              <a:buSzPts val="2000"/>
              <a:buChar char="•"/>
              <a:defRPr/>
            </a:lvl5pPr>
            <a:lvl6pPr indent="-355600" lvl="5" marL="2743200" algn="l">
              <a:lnSpc>
                <a:spcPct val="90000"/>
              </a:lnSpc>
              <a:spcBef>
                <a:spcPts val="2500"/>
              </a:spcBef>
              <a:spcAft>
                <a:spcPts val="0"/>
              </a:spcAft>
              <a:buClr>
                <a:schemeClr val="dk1"/>
              </a:buClr>
              <a:buSzPts val="2000"/>
              <a:buChar char="•"/>
              <a:defRPr/>
            </a:lvl6pPr>
            <a:lvl7pPr indent="-355600" lvl="6" marL="3200400" algn="l">
              <a:lnSpc>
                <a:spcPct val="90000"/>
              </a:lnSpc>
              <a:spcBef>
                <a:spcPts val="2500"/>
              </a:spcBef>
              <a:spcAft>
                <a:spcPts val="0"/>
              </a:spcAft>
              <a:buClr>
                <a:schemeClr val="dk1"/>
              </a:buClr>
              <a:buSzPts val="2000"/>
              <a:buChar char="•"/>
              <a:defRPr/>
            </a:lvl7pPr>
            <a:lvl8pPr indent="-355600" lvl="7" marL="3657600" algn="l">
              <a:lnSpc>
                <a:spcPct val="90000"/>
              </a:lnSpc>
              <a:spcBef>
                <a:spcPts val="2500"/>
              </a:spcBef>
              <a:spcAft>
                <a:spcPts val="0"/>
              </a:spcAft>
              <a:buClr>
                <a:schemeClr val="dk1"/>
              </a:buClr>
              <a:buSzPts val="2000"/>
              <a:buChar char="•"/>
              <a:defRPr/>
            </a:lvl8pPr>
            <a:lvl9pPr indent="-355600" lvl="8" marL="4114800" algn="l">
              <a:lnSpc>
                <a:spcPct val="90000"/>
              </a:lnSpc>
              <a:spcBef>
                <a:spcPts val="2500"/>
              </a:spcBef>
              <a:spcAft>
                <a:spcPts val="0"/>
              </a:spcAft>
              <a:buClr>
                <a:schemeClr val="dk1"/>
              </a:buClr>
              <a:buSzPts val="2000"/>
              <a:buChar char="•"/>
              <a:defRPr/>
            </a:lvl9pPr>
          </a:lstStyle>
          <a:p/>
        </p:txBody>
      </p:sp>
      <p:sp>
        <p:nvSpPr>
          <p:cNvPr id="40" name="Google Shape;40;p7"/>
          <p:cNvSpPr txBox="1"/>
          <p:nvPr>
            <p:ph idx="3" type="body"/>
          </p:nvPr>
        </p:nvSpPr>
        <p:spPr>
          <a:xfrm>
            <a:off x="22219922" y="8069582"/>
            <a:ext cx="18659700" cy="3955500"/>
          </a:xfrm>
          <a:prstGeom prst="rect">
            <a:avLst/>
          </a:prstGeom>
          <a:noFill/>
          <a:ln>
            <a:noFill/>
          </a:ln>
        </p:spPr>
        <p:txBody>
          <a:bodyPr anchorCtr="0" anchor="b" bIns="44650" lIns="89275" spcFirstLastPara="1" rIns="89275" wrap="square" tIns="44650">
            <a:noAutofit/>
          </a:bodyPr>
          <a:lstStyle>
            <a:lvl1pPr indent="-228600" lvl="0" marL="457200" algn="l">
              <a:lnSpc>
                <a:spcPct val="90000"/>
              </a:lnSpc>
              <a:spcBef>
                <a:spcPts val="4500"/>
              </a:spcBef>
              <a:spcAft>
                <a:spcPts val="0"/>
              </a:spcAft>
              <a:buClr>
                <a:schemeClr val="dk1"/>
              </a:buClr>
              <a:buSzPts val="11400"/>
              <a:buNone/>
              <a:defRPr b="1" sz="11400"/>
            </a:lvl1pPr>
            <a:lvl2pPr indent="-228600" lvl="1" marL="914400" algn="l">
              <a:lnSpc>
                <a:spcPct val="90000"/>
              </a:lnSpc>
              <a:spcBef>
                <a:spcPts val="2500"/>
              </a:spcBef>
              <a:spcAft>
                <a:spcPts val="0"/>
              </a:spcAft>
              <a:buClr>
                <a:schemeClr val="dk1"/>
              </a:buClr>
              <a:buSzPts val="9400"/>
              <a:buNone/>
              <a:defRPr b="1" sz="9400"/>
            </a:lvl2pPr>
            <a:lvl3pPr indent="-228600" lvl="2" marL="1371600" algn="l">
              <a:lnSpc>
                <a:spcPct val="90000"/>
              </a:lnSpc>
              <a:spcBef>
                <a:spcPts val="2500"/>
              </a:spcBef>
              <a:spcAft>
                <a:spcPts val="0"/>
              </a:spcAft>
              <a:buClr>
                <a:schemeClr val="dk1"/>
              </a:buClr>
              <a:buSzPts val="8400"/>
              <a:buNone/>
              <a:defRPr b="1" sz="8400"/>
            </a:lvl3pPr>
            <a:lvl4pPr indent="-228600" lvl="3" marL="1828800" algn="l">
              <a:lnSpc>
                <a:spcPct val="90000"/>
              </a:lnSpc>
              <a:spcBef>
                <a:spcPts val="2500"/>
              </a:spcBef>
              <a:spcAft>
                <a:spcPts val="0"/>
              </a:spcAft>
              <a:buClr>
                <a:schemeClr val="dk1"/>
              </a:buClr>
              <a:buSzPts val="7400"/>
              <a:buNone/>
              <a:defRPr b="1" sz="7400"/>
            </a:lvl4pPr>
            <a:lvl5pPr indent="-228600" lvl="4" marL="2286000" algn="l">
              <a:lnSpc>
                <a:spcPct val="90000"/>
              </a:lnSpc>
              <a:spcBef>
                <a:spcPts val="2500"/>
              </a:spcBef>
              <a:spcAft>
                <a:spcPts val="0"/>
              </a:spcAft>
              <a:buClr>
                <a:schemeClr val="dk1"/>
              </a:buClr>
              <a:buSzPts val="7400"/>
              <a:buNone/>
              <a:defRPr b="1" sz="7400"/>
            </a:lvl5pPr>
            <a:lvl6pPr indent="-228600" lvl="5" marL="2743200" algn="l">
              <a:lnSpc>
                <a:spcPct val="90000"/>
              </a:lnSpc>
              <a:spcBef>
                <a:spcPts val="2500"/>
              </a:spcBef>
              <a:spcAft>
                <a:spcPts val="0"/>
              </a:spcAft>
              <a:buClr>
                <a:schemeClr val="dk1"/>
              </a:buClr>
              <a:buSzPts val="7400"/>
              <a:buNone/>
              <a:defRPr b="1" sz="7400"/>
            </a:lvl6pPr>
            <a:lvl7pPr indent="-228600" lvl="6" marL="3200400" algn="l">
              <a:lnSpc>
                <a:spcPct val="90000"/>
              </a:lnSpc>
              <a:spcBef>
                <a:spcPts val="2500"/>
              </a:spcBef>
              <a:spcAft>
                <a:spcPts val="0"/>
              </a:spcAft>
              <a:buClr>
                <a:schemeClr val="dk1"/>
              </a:buClr>
              <a:buSzPts val="7400"/>
              <a:buNone/>
              <a:defRPr b="1" sz="7400"/>
            </a:lvl7pPr>
            <a:lvl8pPr indent="-228600" lvl="7" marL="3657600" algn="l">
              <a:lnSpc>
                <a:spcPct val="90000"/>
              </a:lnSpc>
              <a:spcBef>
                <a:spcPts val="2500"/>
              </a:spcBef>
              <a:spcAft>
                <a:spcPts val="0"/>
              </a:spcAft>
              <a:buClr>
                <a:schemeClr val="dk1"/>
              </a:buClr>
              <a:buSzPts val="7400"/>
              <a:buNone/>
              <a:defRPr b="1" sz="7400"/>
            </a:lvl8pPr>
            <a:lvl9pPr indent="-228600" lvl="8" marL="4114800" algn="l">
              <a:lnSpc>
                <a:spcPct val="90000"/>
              </a:lnSpc>
              <a:spcBef>
                <a:spcPts val="2500"/>
              </a:spcBef>
              <a:spcAft>
                <a:spcPts val="0"/>
              </a:spcAft>
              <a:buClr>
                <a:schemeClr val="dk1"/>
              </a:buClr>
              <a:buSzPts val="7400"/>
              <a:buNone/>
              <a:defRPr b="1" sz="7400"/>
            </a:lvl9pPr>
          </a:lstStyle>
          <a:p/>
        </p:txBody>
      </p:sp>
      <p:sp>
        <p:nvSpPr>
          <p:cNvPr id="41" name="Google Shape;41;p7"/>
          <p:cNvSpPr txBox="1"/>
          <p:nvPr>
            <p:ph idx="4" type="body"/>
          </p:nvPr>
        </p:nvSpPr>
        <p:spPr>
          <a:xfrm>
            <a:off x="22219922" y="12024360"/>
            <a:ext cx="18659700" cy="17686200"/>
          </a:xfrm>
          <a:prstGeom prst="rect">
            <a:avLst/>
          </a:prstGeom>
          <a:noFill/>
          <a:ln>
            <a:noFill/>
          </a:ln>
        </p:spPr>
        <p:txBody>
          <a:bodyPr anchorCtr="0" anchor="t" bIns="44650" lIns="89275" spcFirstLastPara="1" rIns="89275" wrap="square" tIns="44650">
            <a:noAutofit/>
          </a:bodyPr>
          <a:lstStyle>
            <a:lvl1pPr indent="-355600" lvl="0" marL="457200" algn="l">
              <a:lnSpc>
                <a:spcPct val="90000"/>
              </a:lnSpc>
              <a:spcBef>
                <a:spcPts val="4500"/>
              </a:spcBef>
              <a:spcAft>
                <a:spcPts val="0"/>
              </a:spcAft>
              <a:buClr>
                <a:schemeClr val="dk1"/>
              </a:buClr>
              <a:buSzPts val="2000"/>
              <a:buChar char="•"/>
              <a:defRPr/>
            </a:lvl1pPr>
            <a:lvl2pPr indent="-355600" lvl="1" marL="914400" algn="l">
              <a:lnSpc>
                <a:spcPct val="90000"/>
              </a:lnSpc>
              <a:spcBef>
                <a:spcPts val="2500"/>
              </a:spcBef>
              <a:spcAft>
                <a:spcPts val="0"/>
              </a:spcAft>
              <a:buClr>
                <a:schemeClr val="dk1"/>
              </a:buClr>
              <a:buSzPts val="2000"/>
              <a:buChar char="•"/>
              <a:defRPr/>
            </a:lvl2pPr>
            <a:lvl3pPr indent="-355600" lvl="2" marL="1371600" algn="l">
              <a:lnSpc>
                <a:spcPct val="90000"/>
              </a:lnSpc>
              <a:spcBef>
                <a:spcPts val="2500"/>
              </a:spcBef>
              <a:spcAft>
                <a:spcPts val="0"/>
              </a:spcAft>
              <a:buClr>
                <a:schemeClr val="dk1"/>
              </a:buClr>
              <a:buSzPts val="2000"/>
              <a:buChar char="•"/>
              <a:defRPr/>
            </a:lvl3pPr>
            <a:lvl4pPr indent="-355600" lvl="3" marL="1828800" algn="l">
              <a:lnSpc>
                <a:spcPct val="90000"/>
              </a:lnSpc>
              <a:spcBef>
                <a:spcPts val="2500"/>
              </a:spcBef>
              <a:spcAft>
                <a:spcPts val="0"/>
              </a:spcAft>
              <a:buClr>
                <a:schemeClr val="dk1"/>
              </a:buClr>
              <a:buSzPts val="2000"/>
              <a:buChar char="•"/>
              <a:defRPr/>
            </a:lvl4pPr>
            <a:lvl5pPr indent="-355600" lvl="4" marL="2286000" algn="l">
              <a:lnSpc>
                <a:spcPct val="90000"/>
              </a:lnSpc>
              <a:spcBef>
                <a:spcPts val="2500"/>
              </a:spcBef>
              <a:spcAft>
                <a:spcPts val="0"/>
              </a:spcAft>
              <a:buClr>
                <a:schemeClr val="dk1"/>
              </a:buClr>
              <a:buSzPts val="2000"/>
              <a:buChar char="•"/>
              <a:defRPr/>
            </a:lvl5pPr>
            <a:lvl6pPr indent="-355600" lvl="5" marL="2743200" algn="l">
              <a:lnSpc>
                <a:spcPct val="90000"/>
              </a:lnSpc>
              <a:spcBef>
                <a:spcPts val="2500"/>
              </a:spcBef>
              <a:spcAft>
                <a:spcPts val="0"/>
              </a:spcAft>
              <a:buClr>
                <a:schemeClr val="dk1"/>
              </a:buClr>
              <a:buSzPts val="2000"/>
              <a:buChar char="•"/>
              <a:defRPr/>
            </a:lvl6pPr>
            <a:lvl7pPr indent="-355600" lvl="6" marL="3200400" algn="l">
              <a:lnSpc>
                <a:spcPct val="90000"/>
              </a:lnSpc>
              <a:spcBef>
                <a:spcPts val="2500"/>
              </a:spcBef>
              <a:spcAft>
                <a:spcPts val="0"/>
              </a:spcAft>
              <a:buClr>
                <a:schemeClr val="dk1"/>
              </a:buClr>
              <a:buSzPts val="2000"/>
              <a:buChar char="•"/>
              <a:defRPr/>
            </a:lvl7pPr>
            <a:lvl8pPr indent="-355600" lvl="7" marL="3657600" algn="l">
              <a:lnSpc>
                <a:spcPct val="90000"/>
              </a:lnSpc>
              <a:spcBef>
                <a:spcPts val="2500"/>
              </a:spcBef>
              <a:spcAft>
                <a:spcPts val="0"/>
              </a:spcAft>
              <a:buClr>
                <a:schemeClr val="dk1"/>
              </a:buClr>
              <a:buSzPts val="2000"/>
              <a:buChar char="•"/>
              <a:defRPr/>
            </a:lvl8pPr>
            <a:lvl9pPr indent="-355600" lvl="8" marL="4114800" algn="l">
              <a:lnSpc>
                <a:spcPct val="90000"/>
              </a:lnSpc>
              <a:spcBef>
                <a:spcPts val="2500"/>
              </a:spcBef>
              <a:spcAft>
                <a:spcPts val="0"/>
              </a:spcAft>
              <a:buClr>
                <a:schemeClr val="dk1"/>
              </a:buClr>
              <a:buSzPts val="2000"/>
              <a:buChar char="•"/>
              <a:defRPr/>
            </a:lvl9pPr>
          </a:lstStyle>
          <a:p/>
        </p:txBody>
      </p:sp>
      <p:sp>
        <p:nvSpPr>
          <p:cNvPr id="42" name="Google Shape;42;p7"/>
          <p:cNvSpPr txBox="1"/>
          <p:nvPr>
            <p:ph idx="10" type="dt"/>
          </p:nvPr>
        </p:nvSpPr>
        <p:spPr>
          <a:xfrm>
            <a:off x="3017520" y="30510488"/>
            <a:ext cx="9875700" cy="1752300"/>
          </a:xfrm>
          <a:prstGeom prst="rect">
            <a:avLst/>
          </a:prstGeom>
          <a:noFill/>
          <a:ln>
            <a:noFill/>
          </a:ln>
        </p:spPr>
        <p:txBody>
          <a:bodyPr anchorCtr="0" anchor="ctr" bIns="44650" lIns="89275" spcFirstLastPara="1" rIns="89275" wrap="square" tIns="4465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43" name="Google Shape;43;p7"/>
          <p:cNvSpPr txBox="1"/>
          <p:nvPr>
            <p:ph idx="11" type="ftr"/>
          </p:nvPr>
        </p:nvSpPr>
        <p:spPr>
          <a:xfrm>
            <a:off x="14538959" y="30510488"/>
            <a:ext cx="14813100" cy="1752300"/>
          </a:xfrm>
          <a:prstGeom prst="rect">
            <a:avLst/>
          </a:prstGeom>
          <a:noFill/>
          <a:ln>
            <a:noFill/>
          </a:ln>
        </p:spPr>
        <p:txBody>
          <a:bodyPr anchorCtr="0" anchor="ctr" bIns="44650" lIns="89275" spcFirstLastPara="1" rIns="89275" wrap="square" tIns="4465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44" name="Google Shape;44;p7"/>
          <p:cNvSpPr txBox="1"/>
          <p:nvPr>
            <p:ph idx="12" type="sldNum"/>
          </p:nvPr>
        </p:nvSpPr>
        <p:spPr>
          <a:xfrm>
            <a:off x="30998159" y="30510488"/>
            <a:ext cx="9875700" cy="1752300"/>
          </a:xfrm>
          <a:prstGeom prst="rect">
            <a:avLst/>
          </a:prstGeom>
          <a:noFill/>
          <a:ln>
            <a:noFill/>
          </a:ln>
        </p:spPr>
        <p:txBody>
          <a:bodyPr anchorCtr="0" anchor="ctr" bIns="44650" lIns="89275" spcFirstLastPara="1" rIns="89275" wrap="square" tIns="44650">
            <a:no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8"/>
          <p:cNvSpPr txBox="1"/>
          <p:nvPr>
            <p:ph type="title"/>
          </p:nvPr>
        </p:nvSpPr>
        <p:spPr>
          <a:xfrm>
            <a:off x="3017520" y="1752607"/>
            <a:ext cx="37856100" cy="6362700"/>
          </a:xfrm>
          <a:prstGeom prst="rect">
            <a:avLst/>
          </a:prstGeom>
          <a:noFill/>
          <a:ln>
            <a:noFill/>
          </a:ln>
        </p:spPr>
        <p:txBody>
          <a:bodyPr anchorCtr="0" anchor="ctr" bIns="44650" lIns="89275" spcFirstLastPara="1" rIns="89275" wrap="square" tIns="44650">
            <a:noAutofit/>
          </a:bodyPr>
          <a:lstStyle>
            <a:lvl1pPr lvl="0" algn="l">
              <a:lnSpc>
                <a:spcPct val="90000"/>
              </a:lnSpc>
              <a:spcBef>
                <a:spcPts val="0"/>
              </a:spcBef>
              <a:spcAft>
                <a:spcPts val="0"/>
              </a:spcAft>
              <a:buClr>
                <a:schemeClr val="dk1"/>
              </a:buClr>
              <a:buSzPts val="20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47" name="Google Shape;47;p8"/>
          <p:cNvSpPr txBox="1"/>
          <p:nvPr>
            <p:ph idx="10" type="dt"/>
          </p:nvPr>
        </p:nvSpPr>
        <p:spPr>
          <a:xfrm>
            <a:off x="3017520" y="30510488"/>
            <a:ext cx="9875700" cy="1752300"/>
          </a:xfrm>
          <a:prstGeom prst="rect">
            <a:avLst/>
          </a:prstGeom>
          <a:noFill/>
          <a:ln>
            <a:noFill/>
          </a:ln>
        </p:spPr>
        <p:txBody>
          <a:bodyPr anchorCtr="0" anchor="ctr" bIns="44650" lIns="89275" spcFirstLastPara="1" rIns="89275" wrap="square" tIns="4465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48" name="Google Shape;48;p8"/>
          <p:cNvSpPr txBox="1"/>
          <p:nvPr>
            <p:ph idx="11" type="ftr"/>
          </p:nvPr>
        </p:nvSpPr>
        <p:spPr>
          <a:xfrm>
            <a:off x="14538959" y="30510488"/>
            <a:ext cx="14813100" cy="1752300"/>
          </a:xfrm>
          <a:prstGeom prst="rect">
            <a:avLst/>
          </a:prstGeom>
          <a:noFill/>
          <a:ln>
            <a:noFill/>
          </a:ln>
        </p:spPr>
        <p:txBody>
          <a:bodyPr anchorCtr="0" anchor="ctr" bIns="44650" lIns="89275" spcFirstLastPara="1" rIns="89275" wrap="square" tIns="4465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49" name="Google Shape;49;p8"/>
          <p:cNvSpPr txBox="1"/>
          <p:nvPr>
            <p:ph idx="12" type="sldNum"/>
          </p:nvPr>
        </p:nvSpPr>
        <p:spPr>
          <a:xfrm>
            <a:off x="30998159" y="30510488"/>
            <a:ext cx="9875700" cy="1752300"/>
          </a:xfrm>
          <a:prstGeom prst="rect">
            <a:avLst/>
          </a:prstGeom>
          <a:noFill/>
          <a:ln>
            <a:noFill/>
          </a:ln>
        </p:spPr>
        <p:txBody>
          <a:bodyPr anchorCtr="0" anchor="ctr" bIns="44650" lIns="89275" spcFirstLastPara="1" rIns="89275" wrap="square" tIns="44650">
            <a:no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9"/>
          <p:cNvSpPr txBox="1"/>
          <p:nvPr>
            <p:ph idx="10" type="dt"/>
          </p:nvPr>
        </p:nvSpPr>
        <p:spPr>
          <a:xfrm>
            <a:off x="3017520" y="30510488"/>
            <a:ext cx="9875700" cy="1752300"/>
          </a:xfrm>
          <a:prstGeom prst="rect">
            <a:avLst/>
          </a:prstGeom>
          <a:noFill/>
          <a:ln>
            <a:noFill/>
          </a:ln>
        </p:spPr>
        <p:txBody>
          <a:bodyPr anchorCtr="0" anchor="ctr" bIns="44650" lIns="89275" spcFirstLastPara="1" rIns="89275" wrap="square" tIns="4465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52" name="Google Shape;52;p9"/>
          <p:cNvSpPr txBox="1"/>
          <p:nvPr>
            <p:ph idx="11" type="ftr"/>
          </p:nvPr>
        </p:nvSpPr>
        <p:spPr>
          <a:xfrm>
            <a:off x="14538959" y="30510488"/>
            <a:ext cx="14813100" cy="1752300"/>
          </a:xfrm>
          <a:prstGeom prst="rect">
            <a:avLst/>
          </a:prstGeom>
          <a:noFill/>
          <a:ln>
            <a:noFill/>
          </a:ln>
        </p:spPr>
        <p:txBody>
          <a:bodyPr anchorCtr="0" anchor="ctr" bIns="44650" lIns="89275" spcFirstLastPara="1" rIns="89275" wrap="square" tIns="4465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53" name="Google Shape;53;p9"/>
          <p:cNvSpPr txBox="1"/>
          <p:nvPr>
            <p:ph idx="12" type="sldNum"/>
          </p:nvPr>
        </p:nvSpPr>
        <p:spPr>
          <a:xfrm>
            <a:off x="30998159" y="30510488"/>
            <a:ext cx="9875700" cy="1752300"/>
          </a:xfrm>
          <a:prstGeom prst="rect">
            <a:avLst/>
          </a:prstGeom>
          <a:noFill/>
          <a:ln>
            <a:noFill/>
          </a:ln>
        </p:spPr>
        <p:txBody>
          <a:bodyPr anchorCtr="0" anchor="ctr" bIns="44650" lIns="89275" spcFirstLastPara="1" rIns="89275" wrap="square" tIns="44650">
            <a:no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0"/>
          <p:cNvSpPr txBox="1"/>
          <p:nvPr>
            <p:ph type="title"/>
          </p:nvPr>
        </p:nvSpPr>
        <p:spPr>
          <a:xfrm>
            <a:off x="3023237" y="2194560"/>
            <a:ext cx="14156700" cy="7681200"/>
          </a:xfrm>
          <a:prstGeom prst="rect">
            <a:avLst/>
          </a:prstGeom>
          <a:noFill/>
          <a:ln>
            <a:noFill/>
          </a:ln>
        </p:spPr>
        <p:txBody>
          <a:bodyPr anchorCtr="0" anchor="b" bIns="44650" lIns="89275" spcFirstLastPara="1" rIns="89275" wrap="square" tIns="44650">
            <a:noAutofit/>
          </a:bodyPr>
          <a:lstStyle>
            <a:lvl1pPr lvl="0" algn="l">
              <a:lnSpc>
                <a:spcPct val="90000"/>
              </a:lnSpc>
              <a:spcBef>
                <a:spcPts val="0"/>
              </a:spcBef>
              <a:spcAft>
                <a:spcPts val="0"/>
              </a:spcAft>
              <a:buClr>
                <a:schemeClr val="dk1"/>
              </a:buClr>
              <a:buSzPts val="14900"/>
              <a:buFont typeface="Calibri"/>
              <a:buNone/>
              <a:defRPr sz="149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56" name="Google Shape;56;p10"/>
          <p:cNvSpPr txBox="1"/>
          <p:nvPr>
            <p:ph idx="1" type="body"/>
          </p:nvPr>
        </p:nvSpPr>
        <p:spPr>
          <a:xfrm>
            <a:off x="18659477" y="4739647"/>
            <a:ext cx="22220700" cy="23393700"/>
          </a:xfrm>
          <a:prstGeom prst="rect">
            <a:avLst/>
          </a:prstGeom>
          <a:noFill/>
          <a:ln>
            <a:noFill/>
          </a:ln>
        </p:spPr>
        <p:txBody>
          <a:bodyPr anchorCtr="0" anchor="t" bIns="44650" lIns="89275" spcFirstLastPara="1" rIns="89275" wrap="square" tIns="44650">
            <a:noAutofit/>
          </a:bodyPr>
          <a:lstStyle>
            <a:lvl1pPr indent="-1174750" lvl="0" marL="457200" algn="l">
              <a:lnSpc>
                <a:spcPct val="90000"/>
              </a:lnSpc>
              <a:spcBef>
                <a:spcPts val="4500"/>
              </a:spcBef>
              <a:spcAft>
                <a:spcPts val="0"/>
              </a:spcAft>
              <a:buClr>
                <a:schemeClr val="dk1"/>
              </a:buClr>
              <a:buSzPts val="14900"/>
              <a:buChar char="•"/>
              <a:defRPr sz="14900"/>
            </a:lvl1pPr>
            <a:lvl2pPr indent="-1047750" lvl="1" marL="914400" algn="l">
              <a:lnSpc>
                <a:spcPct val="90000"/>
              </a:lnSpc>
              <a:spcBef>
                <a:spcPts val="2500"/>
              </a:spcBef>
              <a:spcAft>
                <a:spcPts val="0"/>
              </a:spcAft>
              <a:buClr>
                <a:schemeClr val="dk1"/>
              </a:buClr>
              <a:buSzPts val="12900"/>
              <a:buChar char="•"/>
              <a:defRPr sz="12900"/>
            </a:lvl2pPr>
            <a:lvl3pPr indent="-952500" lvl="2" marL="1371600" algn="l">
              <a:lnSpc>
                <a:spcPct val="90000"/>
              </a:lnSpc>
              <a:spcBef>
                <a:spcPts val="2500"/>
              </a:spcBef>
              <a:spcAft>
                <a:spcPts val="0"/>
              </a:spcAft>
              <a:buClr>
                <a:schemeClr val="dk1"/>
              </a:buClr>
              <a:buSzPts val="11400"/>
              <a:buChar char="•"/>
              <a:defRPr sz="11400"/>
            </a:lvl3pPr>
            <a:lvl4pPr indent="-825500" lvl="3" marL="1828800" algn="l">
              <a:lnSpc>
                <a:spcPct val="90000"/>
              </a:lnSpc>
              <a:spcBef>
                <a:spcPts val="2500"/>
              </a:spcBef>
              <a:spcAft>
                <a:spcPts val="0"/>
              </a:spcAft>
              <a:buClr>
                <a:schemeClr val="dk1"/>
              </a:buClr>
              <a:buSzPts val="9400"/>
              <a:buChar char="•"/>
              <a:defRPr sz="9400"/>
            </a:lvl4pPr>
            <a:lvl5pPr indent="-825500" lvl="4" marL="2286000" algn="l">
              <a:lnSpc>
                <a:spcPct val="90000"/>
              </a:lnSpc>
              <a:spcBef>
                <a:spcPts val="2500"/>
              </a:spcBef>
              <a:spcAft>
                <a:spcPts val="0"/>
              </a:spcAft>
              <a:buClr>
                <a:schemeClr val="dk1"/>
              </a:buClr>
              <a:buSzPts val="9400"/>
              <a:buChar char="•"/>
              <a:defRPr sz="9400"/>
            </a:lvl5pPr>
            <a:lvl6pPr indent="-825500" lvl="5" marL="2743200" algn="l">
              <a:lnSpc>
                <a:spcPct val="90000"/>
              </a:lnSpc>
              <a:spcBef>
                <a:spcPts val="2500"/>
              </a:spcBef>
              <a:spcAft>
                <a:spcPts val="0"/>
              </a:spcAft>
              <a:buClr>
                <a:schemeClr val="dk1"/>
              </a:buClr>
              <a:buSzPts val="9400"/>
              <a:buChar char="•"/>
              <a:defRPr sz="9400"/>
            </a:lvl6pPr>
            <a:lvl7pPr indent="-825500" lvl="6" marL="3200400" algn="l">
              <a:lnSpc>
                <a:spcPct val="90000"/>
              </a:lnSpc>
              <a:spcBef>
                <a:spcPts val="2500"/>
              </a:spcBef>
              <a:spcAft>
                <a:spcPts val="0"/>
              </a:spcAft>
              <a:buClr>
                <a:schemeClr val="dk1"/>
              </a:buClr>
              <a:buSzPts val="9400"/>
              <a:buChar char="•"/>
              <a:defRPr sz="9400"/>
            </a:lvl7pPr>
            <a:lvl8pPr indent="-825500" lvl="7" marL="3657600" algn="l">
              <a:lnSpc>
                <a:spcPct val="90000"/>
              </a:lnSpc>
              <a:spcBef>
                <a:spcPts val="2500"/>
              </a:spcBef>
              <a:spcAft>
                <a:spcPts val="0"/>
              </a:spcAft>
              <a:buClr>
                <a:schemeClr val="dk1"/>
              </a:buClr>
              <a:buSzPts val="9400"/>
              <a:buChar char="•"/>
              <a:defRPr sz="9400"/>
            </a:lvl8pPr>
            <a:lvl9pPr indent="-825500" lvl="8" marL="4114800" algn="l">
              <a:lnSpc>
                <a:spcPct val="90000"/>
              </a:lnSpc>
              <a:spcBef>
                <a:spcPts val="2500"/>
              </a:spcBef>
              <a:spcAft>
                <a:spcPts val="0"/>
              </a:spcAft>
              <a:buClr>
                <a:schemeClr val="dk1"/>
              </a:buClr>
              <a:buSzPts val="9400"/>
              <a:buChar char="•"/>
              <a:defRPr sz="9400"/>
            </a:lvl9pPr>
          </a:lstStyle>
          <a:p/>
        </p:txBody>
      </p:sp>
      <p:sp>
        <p:nvSpPr>
          <p:cNvPr id="57" name="Google Shape;57;p10"/>
          <p:cNvSpPr txBox="1"/>
          <p:nvPr>
            <p:ph idx="2" type="body"/>
          </p:nvPr>
        </p:nvSpPr>
        <p:spPr>
          <a:xfrm>
            <a:off x="3023237" y="9875520"/>
            <a:ext cx="14156700" cy="18296100"/>
          </a:xfrm>
          <a:prstGeom prst="rect">
            <a:avLst/>
          </a:prstGeom>
          <a:noFill/>
          <a:ln>
            <a:noFill/>
          </a:ln>
        </p:spPr>
        <p:txBody>
          <a:bodyPr anchorCtr="0" anchor="t" bIns="44650" lIns="89275" spcFirstLastPara="1" rIns="89275" wrap="square" tIns="44650">
            <a:noAutofit/>
          </a:bodyPr>
          <a:lstStyle>
            <a:lvl1pPr indent="-228600" lvl="0" marL="457200" algn="l">
              <a:lnSpc>
                <a:spcPct val="90000"/>
              </a:lnSpc>
              <a:spcBef>
                <a:spcPts val="4500"/>
              </a:spcBef>
              <a:spcAft>
                <a:spcPts val="0"/>
              </a:spcAft>
              <a:buClr>
                <a:schemeClr val="dk1"/>
              </a:buClr>
              <a:buSzPts val="7400"/>
              <a:buNone/>
              <a:defRPr sz="7400"/>
            </a:lvl1pPr>
            <a:lvl2pPr indent="-228600" lvl="1" marL="914400" algn="l">
              <a:lnSpc>
                <a:spcPct val="90000"/>
              </a:lnSpc>
              <a:spcBef>
                <a:spcPts val="2500"/>
              </a:spcBef>
              <a:spcAft>
                <a:spcPts val="0"/>
              </a:spcAft>
              <a:buClr>
                <a:schemeClr val="dk1"/>
              </a:buClr>
              <a:buSzPts val="6400"/>
              <a:buNone/>
              <a:defRPr sz="6400"/>
            </a:lvl2pPr>
            <a:lvl3pPr indent="-228600" lvl="2" marL="1371600" algn="l">
              <a:lnSpc>
                <a:spcPct val="90000"/>
              </a:lnSpc>
              <a:spcBef>
                <a:spcPts val="2500"/>
              </a:spcBef>
              <a:spcAft>
                <a:spcPts val="0"/>
              </a:spcAft>
              <a:buClr>
                <a:schemeClr val="dk1"/>
              </a:buClr>
              <a:buSzPts val="5500"/>
              <a:buNone/>
              <a:defRPr sz="5500"/>
            </a:lvl3pPr>
            <a:lvl4pPr indent="-228600" lvl="3" marL="1828800" algn="l">
              <a:lnSpc>
                <a:spcPct val="90000"/>
              </a:lnSpc>
              <a:spcBef>
                <a:spcPts val="2500"/>
              </a:spcBef>
              <a:spcAft>
                <a:spcPts val="0"/>
              </a:spcAft>
              <a:buClr>
                <a:schemeClr val="dk1"/>
              </a:buClr>
              <a:buSzPts val="4500"/>
              <a:buNone/>
              <a:defRPr sz="4500"/>
            </a:lvl4pPr>
            <a:lvl5pPr indent="-228600" lvl="4" marL="2286000" algn="l">
              <a:lnSpc>
                <a:spcPct val="90000"/>
              </a:lnSpc>
              <a:spcBef>
                <a:spcPts val="2500"/>
              </a:spcBef>
              <a:spcAft>
                <a:spcPts val="0"/>
              </a:spcAft>
              <a:buClr>
                <a:schemeClr val="dk1"/>
              </a:buClr>
              <a:buSzPts val="4500"/>
              <a:buNone/>
              <a:defRPr sz="4500"/>
            </a:lvl5pPr>
            <a:lvl6pPr indent="-228600" lvl="5" marL="2743200" algn="l">
              <a:lnSpc>
                <a:spcPct val="90000"/>
              </a:lnSpc>
              <a:spcBef>
                <a:spcPts val="2500"/>
              </a:spcBef>
              <a:spcAft>
                <a:spcPts val="0"/>
              </a:spcAft>
              <a:buClr>
                <a:schemeClr val="dk1"/>
              </a:buClr>
              <a:buSzPts val="4500"/>
              <a:buNone/>
              <a:defRPr sz="4500"/>
            </a:lvl6pPr>
            <a:lvl7pPr indent="-228600" lvl="6" marL="3200400" algn="l">
              <a:lnSpc>
                <a:spcPct val="90000"/>
              </a:lnSpc>
              <a:spcBef>
                <a:spcPts val="2500"/>
              </a:spcBef>
              <a:spcAft>
                <a:spcPts val="0"/>
              </a:spcAft>
              <a:buClr>
                <a:schemeClr val="dk1"/>
              </a:buClr>
              <a:buSzPts val="4500"/>
              <a:buNone/>
              <a:defRPr sz="4500"/>
            </a:lvl7pPr>
            <a:lvl8pPr indent="-228600" lvl="7" marL="3657600" algn="l">
              <a:lnSpc>
                <a:spcPct val="90000"/>
              </a:lnSpc>
              <a:spcBef>
                <a:spcPts val="2500"/>
              </a:spcBef>
              <a:spcAft>
                <a:spcPts val="0"/>
              </a:spcAft>
              <a:buClr>
                <a:schemeClr val="dk1"/>
              </a:buClr>
              <a:buSzPts val="4500"/>
              <a:buNone/>
              <a:defRPr sz="4500"/>
            </a:lvl8pPr>
            <a:lvl9pPr indent="-228600" lvl="8" marL="4114800" algn="l">
              <a:lnSpc>
                <a:spcPct val="90000"/>
              </a:lnSpc>
              <a:spcBef>
                <a:spcPts val="2500"/>
              </a:spcBef>
              <a:spcAft>
                <a:spcPts val="0"/>
              </a:spcAft>
              <a:buClr>
                <a:schemeClr val="dk1"/>
              </a:buClr>
              <a:buSzPts val="4500"/>
              <a:buNone/>
              <a:defRPr sz="4500"/>
            </a:lvl9pPr>
          </a:lstStyle>
          <a:p/>
        </p:txBody>
      </p:sp>
      <p:sp>
        <p:nvSpPr>
          <p:cNvPr id="58" name="Google Shape;58;p10"/>
          <p:cNvSpPr txBox="1"/>
          <p:nvPr>
            <p:ph idx="10" type="dt"/>
          </p:nvPr>
        </p:nvSpPr>
        <p:spPr>
          <a:xfrm>
            <a:off x="3017520" y="30510488"/>
            <a:ext cx="9875700" cy="1752300"/>
          </a:xfrm>
          <a:prstGeom prst="rect">
            <a:avLst/>
          </a:prstGeom>
          <a:noFill/>
          <a:ln>
            <a:noFill/>
          </a:ln>
        </p:spPr>
        <p:txBody>
          <a:bodyPr anchorCtr="0" anchor="ctr" bIns="44650" lIns="89275" spcFirstLastPara="1" rIns="89275" wrap="square" tIns="4465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59" name="Google Shape;59;p10"/>
          <p:cNvSpPr txBox="1"/>
          <p:nvPr>
            <p:ph idx="11" type="ftr"/>
          </p:nvPr>
        </p:nvSpPr>
        <p:spPr>
          <a:xfrm>
            <a:off x="14538959" y="30510488"/>
            <a:ext cx="14813100" cy="1752300"/>
          </a:xfrm>
          <a:prstGeom prst="rect">
            <a:avLst/>
          </a:prstGeom>
          <a:noFill/>
          <a:ln>
            <a:noFill/>
          </a:ln>
        </p:spPr>
        <p:txBody>
          <a:bodyPr anchorCtr="0" anchor="ctr" bIns="44650" lIns="89275" spcFirstLastPara="1" rIns="89275" wrap="square" tIns="4465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60" name="Google Shape;60;p10"/>
          <p:cNvSpPr txBox="1"/>
          <p:nvPr>
            <p:ph idx="12" type="sldNum"/>
          </p:nvPr>
        </p:nvSpPr>
        <p:spPr>
          <a:xfrm>
            <a:off x="30998159" y="30510488"/>
            <a:ext cx="9875700" cy="1752300"/>
          </a:xfrm>
          <a:prstGeom prst="rect">
            <a:avLst/>
          </a:prstGeom>
          <a:noFill/>
          <a:ln>
            <a:noFill/>
          </a:ln>
        </p:spPr>
        <p:txBody>
          <a:bodyPr anchorCtr="0" anchor="ctr" bIns="44650" lIns="89275" spcFirstLastPara="1" rIns="89275" wrap="square" tIns="44650">
            <a:no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1"/>
          <p:cNvSpPr txBox="1"/>
          <p:nvPr>
            <p:ph type="title"/>
          </p:nvPr>
        </p:nvSpPr>
        <p:spPr>
          <a:xfrm>
            <a:off x="3023237" y="2194560"/>
            <a:ext cx="14156700" cy="7681200"/>
          </a:xfrm>
          <a:prstGeom prst="rect">
            <a:avLst/>
          </a:prstGeom>
          <a:noFill/>
          <a:ln>
            <a:noFill/>
          </a:ln>
        </p:spPr>
        <p:txBody>
          <a:bodyPr anchorCtr="0" anchor="b" bIns="44650" lIns="89275" spcFirstLastPara="1" rIns="89275" wrap="square" tIns="44650">
            <a:noAutofit/>
          </a:bodyPr>
          <a:lstStyle>
            <a:lvl1pPr lvl="0" algn="l">
              <a:lnSpc>
                <a:spcPct val="90000"/>
              </a:lnSpc>
              <a:spcBef>
                <a:spcPts val="0"/>
              </a:spcBef>
              <a:spcAft>
                <a:spcPts val="0"/>
              </a:spcAft>
              <a:buClr>
                <a:schemeClr val="dk1"/>
              </a:buClr>
              <a:buSzPts val="14900"/>
              <a:buFont typeface="Calibri"/>
              <a:buNone/>
              <a:defRPr sz="149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63" name="Google Shape;63;p11"/>
          <p:cNvSpPr/>
          <p:nvPr>
            <p:ph idx="2" type="pic"/>
          </p:nvPr>
        </p:nvSpPr>
        <p:spPr>
          <a:xfrm>
            <a:off x="18659477" y="4739647"/>
            <a:ext cx="22220700" cy="23393700"/>
          </a:xfrm>
          <a:prstGeom prst="rect">
            <a:avLst/>
          </a:prstGeom>
          <a:noFill/>
          <a:ln>
            <a:noFill/>
          </a:ln>
        </p:spPr>
      </p:sp>
      <p:sp>
        <p:nvSpPr>
          <p:cNvPr id="64" name="Google Shape;64;p11"/>
          <p:cNvSpPr txBox="1"/>
          <p:nvPr>
            <p:ph idx="1" type="body"/>
          </p:nvPr>
        </p:nvSpPr>
        <p:spPr>
          <a:xfrm>
            <a:off x="3023237" y="9875520"/>
            <a:ext cx="14156700" cy="18296100"/>
          </a:xfrm>
          <a:prstGeom prst="rect">
            <a:avLst/>
          </a:prstGeom>
          <a:noFill/>
          <a:ln>
            <a:noFill/>
          </a:ln>
        </p:spPr>
        <p:txBody>
          <a:bodyPr anchorCtr="0" anchor="t" bIns="44650" lIns="89275" spcFirstLastPara="1" rIns="89275" wrap="square" tIns="44650">
            <a:noAutofit/>
          </a:bodyPr>
          <a:lstStyle>
            <a:lvl1pPr indent="-228600" lvl="0" marL="457200" algn="l">
              <a:lnSpc>
                <a:spcPct val="90000"/>
              </a:lnSpc>
              <a:spcBef>
                <a:spcPts val="4500"/>
              </a:spcBef>
              <a:spcAft>
                <a:spcPts val="0"/>
              </a:spcAft>
              <a:buClr>
                <a:schemeClr val="dk1"/>
              </a:buClr>
              <a:buSzPts val="7400"/>
              <a:buNone/>
              <a:defRPr sz="7400"/>
            </a:lvl1pPr>
            <a:lvl2pPr indent="-228600" lvl="1" marL="914400" algn="l">
              <a:lnSpc>
                <a:spcPct val="90000"/>
              </a:lnSpc>
              <a:spcBef>
                <a:spcPts val="2500"/>
              </a:spcBef>
              <a:spcAft>
                <a:spcPts val="0"/>
              </a:spcAft>
              <a:buClr>
                <a:schemeClr val="dk1"/>
              </a:buClr>
              <a:buSzPts val="6400"/>
              <a:buNone/>
              <a:defRPr sz="6400"/>
            </a:lvl2pPr>
            <a:lvl3pPr indent="-228600" lvl="2" marL="1371600" algn="l">
              <a:lnSpc>
                <a:spcPct val="90000"/>
              </a:lnSpc>
              <a:spcBef>
                <a:spcPts val="2500"/>
              </a:spcBef>
              <a:spcAft>
                <a:spcPts val="0"/>
              </a:spcAft>
              <a:buClr>
                <a:schemeClr val="dk1"/>
              </a:buClr>
              <a:buSzPts val="5500"/>
              <a:buNone/>
              <a:defRPr sz="5500"/>
            </a:lvl3pPr>
            <a:lvl4pPr indent="-228600" lvl="3" marL="1828800" algn="l">
              <a:lnSpc>
                <a:spcPct val="90000"/>
              </a:lnSpc>
              <a:spcBef>
                <a:spcPts val="2500"/>
              </a:spcBef>
              <a:spcAft>
                <a:spcPts val="0"/>
              </a:spcAft>
              <a:buClr>
                <a:schemeClr val="dk1"/>
              </a:buClr>
              <a:buSzPts val="4500"/>
              <a:buNone/>
              <a:defRPr sz="4500"/>
            </a:lvl4pPr>
            <a:lvl5pPr indent="-228600" lvl="4" marL="2286000" algn="l">
              <a:lnSpc>
                <a:spcPct val="90000"/>
              </a:lnSpc>
              <a:spcBef>
                <a:spcPts val="2500"/>
              </a:spcBef>
              <a:spcAft>
                <a:spcPts val="0"/>
              </a:spcAft>
              <a:buClr>
                <a:schemeClr val="dk1"/>
              </a:buClr>
              <a:buSzPts val="4500"/>
              <a:buNone/>
              <a:defRPr sz="4500"/>
            </a:lvl5pPr>
            <a:lvl6pPr indent="-228600" lvl="5" marL="2743200" algn="l">
              <a:lnSpc>
                <a:spcPct val="90000"/>
              </a:lnSpc>
              <a:spcBef>
                <a:spcPts val="2500"/>
              </a:spcBef>
              <a:spcAft>
                <a:spcPts val="0"/>
              </a:spcAft>
              <a:buClr>
                <a:schemeClr val="dk1"/>
              </a:buClr>
              <a:buSzPts val="4500"/>
              <a:buNone/>
              <a:defRPr sz="4500"/>
            </a:lvl6pPr>
            <a:lvl7pPr indent="-228600" lvl="6" marL="3200400" algn="l">
              <a:lnSpc>
                <a:spcPct val="90000"/>
              </a:lnSpc>
              <a:spcBef>
                <a:spcPts val="2500"/>
              </a:spcBef>
              <a:spcAft>
                <a:spcPts val="0"/>
              </a:spcAft>
              <a:buClr>
                <a:schemeClr val="dk1"/>
              </a:buClr>
              <a:buSzPts val="4500"/>
              <a:buNone/>
              <a:defRPr sz="4500"/>
            </a:lvl7pPr>
            <a:lvl8pPr indent="-228600" lvl="7" marL="3657600" algn="l">
              <a:lnSpc>
                <a:spcPct val="90000"/>
              </a:lnSpc>
              <a:spcBef>
                <a:spcPts val="2500"/>
              </a:spcBef>
              <a:spcAft>
                <a:spcPts val="0"/>
              </a:spcAft>
              <a:buClr>
                <a:schemeClr val="dk1"/>
              </a:buClr>
              <a:buSzPts val="4500"/>
              <a:buNone/>
              <a:defRPr sz="4500"/>
            </a:lvl8pPr>
            <a:lvl9pPr indent="-228600" lvl="8" marL="4114800" algn="l">
              <a:lnSpc>
                <a:spcPct val="90000"/>
              </a:lnSpc>
              <a:spcBef>
                <a:spcPts val="2500"/>
              </a:spcBef>
              <a:spcAft>
                <a:spcPts val="0"/>
              </a:spcAft>
              <a:buClr>
                <a:schemeClr val="dk1"/>
              </a:buClr>
              <a:buSzPts val="4500"/>
              <a:buNone/>
              <a:defRPr sz="4500"/>
            </a:lvl9pPr>
          </a:lstStyle>
          <a:p/>
        </p:txBody>
      </p:sp>
      <p:sp>
        <p:nvSpPr>
          <p:cNvPr id="65" name="Google Shape;65;p11"/>
          <p:cNvSpPr txBox="1"/>
          <p:nvPr>
            <p:ph idx="10" type="dt"/>
          </p:nvPr>
        </p:nvSpPr>
        <p:spPr>
          <a:xfrm>
            <a:off x="3017520" y="30510488"/>
            <a:ext cx="9875700" cy="1752300"/>
          </a:xfrm>
          <a:prstGeom prst="rect">
            <a:avLst/>
          </a:prstGeom>
          <a:noFill/>
          <a:ln>
            <a:noFill/>
          </a:ln>
        </p:spPr>
        <p:txBody>
          <a:bodyPr anchorCtr="0" anchor="ctr" bIns="44650" lIns="89275" spcFirstLastPara="1" rIns="89275" wrap="square" tIns="4465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66" name="Google Shape;66;p11"/>
          <p:cNvSpPr txBox="1"/>
          <p:nvPr>
            <p:ph idx="11" type="ftr"/>
          </p:nvPr>
        </p:nvSpPr>
        <p:spPr>
          <a:xfrm>
            <a:off x="14538959" y="30510488"/>
            <a:ext cx="14813100" cy="1752300"/>
          </a:xfrm>
          <a:prstGeom prst="rect">
            <a:avLst/>
          </a:prstGeom>
          <a:noFill/>
          <a:ln>
            <a:noFill/>
          </a:ln>
        </p:spPr>
        <p:txBody>
          <a:bodyPr anchorCtr="0" anchor="ctr" bIns="44650" lIns="89275" spcFirstLastPara="1" rIns="89275" wrap="square" tIns="4465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67" name="Google Shape;67;p11"/>
          <p:cNvSpPr txBox="1"/>
          <p:nvPr>
            <p:ph idx="12" type="sldNum"/>
          </p:nvPr>
        </p:nvSpPr>
        <p:spPr>
          <a:xfrm>
            <a:off x="30998159" y="30510488"/>
            <a:ext cx="9875700" cy="1752300"/>
          </a:xfrm>
          <a:prstGeom prst="rect">
            <a:avLst/>
          </a:prstGeom>
          <a:noFill/>
          <a:ln>
            <a:noFill/>
          </a:ln>
        </p:spPr>
        <p:txBody>
          <a:bodyPr anchorCtr="0" anchor="ctr" bIns="44650" lIns="89275" spcFirstLastPara="1" rIns="89275" wrap="square" tIns="44650">
            <a:no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2"/>
          <p:cNvSpPr txBox="1"/>
          <p:nvPr>
            <p:ph type="title"/>
          </p:nvPr>
        </p:nvSpPr>
        <p:spPr>
          <a:xfrm>
            <a:off x="3017520" y="1752607"/>
            <a:ext cx="37856100" cy="6362700"/>
          </a:xfrm>
          <a:prstGeom prst="rect">
            <a:avLst/>
          </a:prstGeom>
          <a:noFill/>
          <a:ln>
            <a:noFill/>
          </a:ln>
        </p:spPr>
        <p:txBody>
          <a:bodyPr anchorCtr="0" anchor="ctr" bIns="44650" lIns="89275" spcFirstLastPara="1" rIns="89275" wrap="square" tIns="44650">
            <a:noAutofit/>
          </a:bodyPr>
          <a:lstStyle>
            <a:lvl1pPr lvl="0" algn="l">
              <a:lnSpc>
                <a:spcPct val="90000"/>
              </a:lnSpc>
              <a:spcBef>
                <a:spcPts val="0"/>
              </a:spcBef>
              <a:spcAft>
                <a:spcPts val="0"/>
              </a:spcAft>
              <a:buClr>
                <a:schemeClr val="dk1"/>
              </a:buClr>
              <a:buSzPts val="20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70" name="Google Shape;70;p12"/>
          <p:cNvSpPr txBox="1"/>
          <p:nvPr>
            <p:ph idx="1" type="body"/>
          </p:nvPr>
        </p:nvSpPr>
        <p:spPr>
          <a:xfrm rot="5400000">
            <a:off x="11502481" y="278100"/>
            <a:ext cx="20886300" cy="37856100"/>
          </a:xfrm>
          <a:prstGeom prst="rect">
            <a:avLst/>
          </a:prstGeom>
          <a:noFill/>
          <a:ln>
            <a:noFill/>
          </a:ln>
        </p:spPr>
        <p:txBody>
          <a:bodyPr anchorCtr="0" anchor="t" bIns="44650" lIns="89275" spcFirstLastPara="1" rIns="89275" wrap="square" tIns="44650">
            <a:noAutofit/>
          </a:bodyPr>
          <a:lstStyle>
            <a:lvl1pPr indent="-355600" lvl="0" marL="457200" algn="l">
              <a:lnSpc>
                <a:spcPct val="90000"/>
              </a:lnSpc>
              <a:spcBef>
                <a:spcPts val="4500"/>
              </a:spcBef>
              <a:spcAft>
                <a:spcPts val="0"/>
              </a:spcAft>
              <a:buClr>
                <a:schemeClr val="dk1"/>
              </a:buClr>
              <a:buSzPts val="2000"/>
              <a:buChar char="•"/>
              <a:defRPr/>
            </a:lvl1pPr>
            <a:lvl2pPr indent="-355600" lvl="1" marL="914400" algn="l">
              <a:lnSpc>
                <a:spcPct val="90000"/>
              </a:lnSpc>
              <a:spcBef>
                <a:spcPts val="2500"/>
              </a:spcBef>
              <a:spcAft>
                <a:spcPts val="0"/>
              </a:spcAft>
              <a:buClr>
                <a:schemeClr val="dk1"/>
              </a:buClr>
              <a:buSzPts val="2000"/>
              <a:buChar char="•"/>
              <a:defRPr/>
            </a:lvl2pPr>
            <a:lvl3pPr indent="-355600" lvl="2" marL="1371600" algn="l">
              <a:lnSpc>
                <a:spcPct val="90000"/>
              </a:lnSpc>
              <a:spcBef>
                <a:spcPts val="2500"/>
              </a:spcBef>
              <a:spcAft>
                <a:spcPts val="0"/>
              </a:spcAft>
              <a:buClr>
                <a:schemeClr val="dk1"/>
              </a:buClr>
              <a:buSzPts val="2000"/>
              <a:buChar char="•"/>
              <a:defRPr/>
            </a:lvl3pPr>
            <a:lvl4pPr indent="-355600" lvl="3" marL="1828800" algn="l">
              <a:lnSpc>
                <a:spcPct val="90000"/>
              </a:lnSpc>
              <a:spcBef>
                <a:spcPts val="2500"/>
              </a:spcBef>
              <a:spcAft>
                <a:spcPts val="0"/>
              </a:spcAft>
              <a:buClr>
                <a:schemeClr val="dk1"/>
              </a:buClr>
              <a:buSzPts val="2000"/>
              <a:buChar char="•"/>
              <a:defRPr/>
            </a:lvl4pPr>
            <a:lvl5pPr indent="-355600" lvl="4" marL="2286000" algn="l">
              <a:lnSpc>
                <a:spcPct val="90000"/>
              </a:lnSpc>
              <a:spcBef>
                <a:spcPts val="2500"/>
              </a:spcBef>
              <a:spcAft>
                <a:spcPts val="0"/>
              </a:spcAft>
              <a:buClr>
                <a:schemeClr val="dk1"/>
              </a:buClr>
              <a:buSzPts val="2000"/>
              <a:buChar char="•"/>
              <a:defRPr/>
            </a:lvl5pPr>
            <a:lvl6pPr indent="-355600" lvl="5" marL="2743200" algn="l">
              <a:lnSpc>
                <a:spcPct val="90000"/>
              </a:lnSpc>
              <a:spcBef>
                <a:spcPts val="2500"/>
              </a:spcBef>
              <a:spcAft>
                <a:spcPts val="0"/>
              </a:spcAft>
              <a:buClr>
                <a:schemeClr val="dk1"/>
              </a:buClr>
              <a:buSzPts val="2000"/>
              <a:buChar char="•"/>
              <a:defRPr/>
            </a:lvl6pPr>
            <a:lvl7pPr indent="-355600" lvl="6" marL="3200400" algn="l">
              <a:lnSpc>
                <a:spcPct val="90000"/>
              </a:lnSpc>
              <a:spcBef>
                <a:spcPts val="2500"/>
              </a:spcBef>
              <a:spcAft>
                <a:spcPts val="0"/>
              </a:spcAft>
              <a:buClr>
                <a:schemeClr val="dk1"/>
              </a:buClr>
              <a:buSzPts val="2000"/>
              <a:buChar char="•"/>
              <a:defRPr/>
            </a:lvl7pPr>
            <a:lvl8pPr indent="-355600" lvl="7" marL="3657600" algn="l">
              <a:lnSpc>
                <a:spcPct val="90000"/>
              </a:lnSpc>
              <a:spcBef>
                <a:spcPts val="2500"/>
              </a:spcBef>
              <a:spcAft>
                <a:spcPts val="0"/>
              </a:spcAft>
              <a:buClr>
                <a:schemeClr val="dk1"/>
              </a:buClr>
              <a:buSzPts val="2000"/>
              <a:buChar char="•"/>
              <a:defRPr/>
            </a:lvl8pPr>
            <a:lvl9pPr indent="-355600" lvl="8" marL="4114800" algn="l">
              <a:lnSpc>
                <a:spcPct val="90000"/>
              </a:lnSpc>
              <a:spcBef>
                <a:spcPts val="2500"/>
              </a:spcBef>
              <a:spcAft>
                <a:spcPts val="0"/>
              </a:spcAft>
              <a:buClr>
                <a:schemeClr val="dk1"/>
              </a:buClr>
              <a:buSzPts val="2000"/>
              <a:buChar char="•"/>
              <a:defRPr/>
            </a:lvl9pPr>
          </a:lstStyle>
          <a:p/>
        </p:txBody>
      </p:sp>
      <p:sp>
        <p:nvSpPr>
          <p:cNvPr id="71" name="Google Shape;71;p12"/>
          <p:cNvSpPr txBox="1"/>
          <p:nvPr>
            <p:ph idx="10" type="dt"/>
          </p:nvPr>
        </p:nvSpPr>
        <p:spPr>
          <a:xfrm>
            <a:off x="3017520" y="30510488"/>
            <a:ext cx="9875700" cy="1752300"/>
          </a:xfrm>
          <a:prstGeom prst="rect">
            <a:avLst/>
          </a:prstGeom>
          <a:noFill/>
          <a:ln>
            <a:noFill/>
          </a:ln>
        </p:spPr>
        <p:txBody>
          <a:bodyPr anchorCtr="0" anchor="ctr" bIns="44650" lIns="89275" spcFirstLastPara="1" rIns="89275" wrap="square" tIns="4465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72" name="Google Shape;72;p12"/>
          <p:cNvSpPr txBox="1"/>
          <p:nvPr>
            <p:ph idx="11" type="ftr"/>
          </p:nvPr>
        </p:nvSpPr>
        <p:spPr>
          <a:xfrm>
            <a:off x="14538959" y="30510488"/>
            <a:ext cx="14813100" cy="1752300"/>
          </a:xfrm>
          <a:prstGeom prst="rect">
            <a:avLst/>
          </a:prstGeom>
          <a:noFill/>
          <a:ln>
            <a:noFill/>
          </a:ln>
        </p:spPr>
        <p:txBody>
          <a:bodyPr anchorCtr="0" anchor="ctr" bIns="44650" lIns="89275" spcFirstLastPara="1" rIns="89275" wrap="square" tIns="4465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73" name="Google Shape;73;p12"/>
          <p:cNvSpPr txBox="1"/>
          <p:nvPr>
            <p:ph idx="12" type="sldNum"/>
          </p:nvPr>
        </p:nvSpPr>
        <p:spPr>
          <a:xfrm>
            <a:off x="30998159" y="30510488"/>
            <a:ext cx="9875700" cy="1752300"/>
          </a:xfrm>
          <a:prstGeom prst="rect">
            <a:avLst/>
          </a:prstGeom>
          <a:noFill/>
          <a:ln>
            <a:noFill/>
          </a:ln>
        </p:spPr>
        <p:txBody>
          <a:bodyPr anchorCtr="0" anchor="ctr" bIns="44650" lIns="89275" spcFirstLastPara="1" rIns="89275" wrap="square" tIns="44650">
            <a:no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3"/>
          <p:cNvSpPr txBox="1"/>
          <p:nvPr>
            <p:ph type="title"/>
          </p:nvPr>
        </p:nvSpPr>
        <p:spPr>
          <a:xfrm rot="5400000">
            <a:off x="22193431" y="10969350"/>
            <a:ext cx="27897000" cy="9463500"/>
          </a:xfrm>
          <a:prstGeom prst="rect">
            <a:avLst/>
          </a:prstGeom>
          <a:noFill/>
          <a:ln>
            <a:noFill/>
          </a:ln>
        </p:spPr>
        <p:txBody>
          <a:bodyPr anchorCtr="0" anchor="ctr" bIns="44650" lIns="89275" spcFirstLastPara="1" rIns="89275" wrap="square" tIns="44650">
            <a:noAutofit/>
          </a:bodyPr>
          <a:lstStyle>
            <a:lvl1pPr lvl="0" algn="l">
              <a:lnSpc>
                <a:spcPct val="90000"/>
              </a:lnSpc>
              <a:spcBef>
                <a:spcPts val="0"/>
              </a:spcBef>
              <a:spcAft>
                <a:spcPts val="0"/>
              </a:spcAft>
              <a:buClr>
                <a:schemeClr val="dk1"/>
              </a:buClr>
              <a:buSzPts val="20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76" name="Google Shape;76;p13"/>
          <p:cNvSpPr txBox="1"/>
          <p:nvPr>
            <p:ph idx="1" type="body"/>
          </p:nvPr>
        </p:nvSpPr>
        <p:spPr>
          <a:xfrm rot="5400000">
            <a:off x="2990554" y="1779150"/>
            <a:ext cx="27897000" cy="27843900"/>
          </a:xfrm>
          <a:prstGeom prst="rect">
            <a:avLst/>
          </a:prstGeom>
          <a:noFill/>
          <a:ln>
            <a:noFill/>
          </a:ln>
        </p:spPr>
        <p:txBody>
          <a:bodyPr anchorCtr="0" anchor="t" bIns="44650" lIns="89275" spcFirstLastPara="1" rIns="89275" wrap="square" tIns="44650">
            <a:noAutofit/>
          </a:bodyPr>
          <a:lstStyle>
            <a:lvl1pPr indent="-355600" lvl="0" marL="457200" algn="l">
              <a:lnSpc>
                <a:spcPct val="90000"/>
              </a:lnSpc>
              <a:spcBef>
                <a:spcPts val="4500"/>
              </a:spcBef>
              <a:spcAft>
                <a:spcPts val="0"/>
              </a:spcAft>
              <a:buClr>
                <a:schemeClr val="dk1"/>
              </a:buClr>
              <a:buSzPts val="2000"/>
              <a:buChar char="•"/>
              <a:defRPr/>
            </a:lvl1pPr>
            <a:lvl2pPr indent="-355600" lvl="1" marL="914400" algn="l">
              <a:lnSpc>
                <a:spcPct val="90000"/>
              </a:lnSpc>
              <a:spcBef>
                <a:spcPts val="2500"/>
              </a:spcBef>
              <a:spcAft>
                <a:spcPts val="0"/>
              </a:spcAft>
              <a:buClr>
                <a:schemeClr val="dk1"/>
              </a:buClr>
              <a:buSzPts val="2000"/>
              <a:buChar char="•"/>
              <a:defRPr/>
            </a:lvl2pPr>
            <a:lvl3pPr indent="-355600" lvl="2" marL="1371600" algn="l">
              <a:lnSpc>
                <a:spcPct val="90000"/>
              </a:lnSpc>
              <a:spcBef>
                <a:spcPts val="2500"/>
              </a:spcBef>
              <a:spcAft>
                <a:spcPts val="0"/>
              </a:spcAft>
              <a:buClr>
                <a:schemeClr val="dk1"/>
              </a:buClr>
              <a:buSzPts val="2000"/>
              <a:buChar char="•"/>
              <a:defRPr/>
            </a:lvl3pPr>
            <a:lvl4pPr indent="-355600" lvl="3" marL="1828800" algn="l">
              <a:lnSpc>
                <a:spcPct val="90000"/>
              </a:lnSpc>
              <a:spcBef>
                <a:spcPts val="2500"/>
              </a:spcBef>
              <a:spcAft>
                <a:spcPts val="0"/>
              </a:spcAft>
              <a:buClr>
                <a:schemeClr val="dk1"/>
              </a:buClr>
              <a:buSzPts val="2000"/>
              <a:buChar char="•"/>
              <a:defRPr/>
            </a:lvl4pPr>
            <a:lvl5pPr indent="-355600" lvl="4" marL="2286000" algn="l">
              <a:lnSpc>
                <a:spcPct val="90000"/>
              </a:lnSpc>
              <a:spcBef>
                <a:spcPts val="2500"/>
              </a:spcBef>
              <a:spcAft>
                <a:spcPts val="0"/>
              </a:spcAft>
              <a:buClr>
                <a:schemeClr val="dk1"/>
              </a:buClr>
              <a:buSzPts val="2000"/>
              <a:buChar char="•"/>
              <a:defRPr/>
            </a:lvl5pPr>
            <a:lvl6pPr indent="-355600" lvl="5" marL="2743200" algn="l">
              <a:lnSpc>
                <a:spcPct val="90000"/>
              </a:lnSpc>
              <a:spcBef>
                <a:spcPts val="2500"/>
              </a:spcBef>
              <a:spcAft>
                <a:spcPts val="0"/>
              </a:spcAft>
              <a:buClr>
                <a:schemeClr val="dk1"/>
              </a:buClr>
              <a:buSzPts val="2000"/>
              <a:buChar char="•"/>
              <a:defRPr/>
            </a:lvl6pPr>
            <a:lvl7pPr indent="-355600" lvl="6" marL="3200400" algn="l">
              <a:lnSpc>
                <a:spcPct val="90000"/>
              </a:lnSpc>
              <a:spcBef>
                <a:spcPts val="2500"/>
              </a:spcBef>
              <a:spcAft>
                <a:spcPts val="0"/>
              </a:spcAft>
              <a:buClr>
                <a:schemeClr val="dk1"/>
              </a:buClr>
              <a:buSzPts val="2000"/>
              <a:buChar char="•"/>
              <a:defRPr/>
            </a:lvl7pPr>
            <a:lvl8pPr indent="-355600" lvl="7" marL="3657600" algn="l">
              <a:lnSpc>
                <a:spcPct val="90000"/>
              </a:lnSpc>
              <a:spcBef>
                <a:spcPts val="2500"/>
              </a:spcBef>
              <a:spcAft>
                <a:spcPts val="0"/>
              </a:spcAft>
              <a:buClr>
                <a:schemeClr val="dk1"/>
              </a:buClr>
              <a:buSzPts val="2000"/>
              <a:buChar char="•"/>
              <a:defRPr/>
            </a:lvl8pPr>
            <a:lvl9pPr indent="-355600" lvl="8" marL="4114800" algn="l">
              <a:lnSpc>
                <a:spcPct val="90000"/>
              </a:lnSpc>
              <a:spcBef>
                <a:spcPts val="2500"/>
              </a:spcBef>
              <a:spcAft>
                <a:spcPts val="0"/>
              </a:spcAft>
              <a:buClr>
                <a:schemeClr val="dk1"/>
              </a:buClr>
              <a:buSzPts val="2000"/>
              <a:buChar char="•"/>
              <a:defRPr/>
            </a:lvl9pPr>
          </a:lstStyle>
          <a:p/>
        </p:txBody>
      </p:sp>
      <p:sp>
        <p:nvSpPr>
          <p:cNvPr id="77" name="Google Shape;77;p13"/>
          <p:cNvSpPr txBox="1"/>
          <p:nvPr>
            <p:ph idx="10" type="dt"/>
          </p:nvPr>
        </p:nvSpPr>
        <p:spPr>
          <a:xfrm>
            <a:off x="3017520" y="30510488"/>
            <a:ext cx="9875700" cy="1752300"/>
          </a:xfrm>
          <a:prstGeom prst="rect">
            <a:avLst/>
          </a:prstGeom>
          <a:noFill/>
          <a:ln>
            <a:noFill/>
          </a:ln>
        </p:spPr>
        <p:txBody>
          <a:bodyPr anchorCtr="0" anchor="ctr" bIns="44650" lIns="89275" spcFirstLastPara="1" rIns="89275" wrap="square" tIns="4465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78" name="Google Shape;78;p13"/>
          <p:cNvSpPr txBox="1"/>
          <p:nvPr>
            <p:ph idx="11" type="ftr"/>
          </p:nvPr>
        </p:nvSpPr>
        <p:spPr>
          <a:xfrm>
            <a:off x="14538959" y="30510488"/>
            <a:ext cx="14813100" cy="1752300"/>
          </a:xfrm>
          <a:prstGeom prst="rect">
            <a:avLst/>
          </a:prstGeom>
          <a:noFill/>
          <a:ln>
            <a:noFill/>
          </a:ln>
        </p:spPr>
        <p:txBody>
          <a:bodyPr anchorCtr="0" anchor="ctr" bIns="44650" lIns="89275" spcFirstLastPara="1" rIns="89275" wrap="square" tIns="4465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79" name="Google Shape;79;p13"/>
          <p:cNvSpPr txBox="1"/>
          <p:nvPr>
            <p:ph idx="12" type="sldNum"/>
          </p:nvPr>
        </p:nvSpPr>
        <p:spPr>
          <a:xfrm>
            <a:off x="30998159" y="30510488"/>
            <a:ext cx="9875700" cy="1752300"/>
          </a:xfrm>
          <a:prstGeom prst="rect">
            <a:avLst/>
          </a:prstGeom>
          <a:noFill/>
          <a:ln>
            <a:noFill/>
          </a:ln>
        </p:spPr>
        <p:txBody>
          <a:bodyPr anchorCtr="0" anchor="ctr" bIns="44650" lIns="89275" spcFirstLastPara="1" rIns="89275" wrap="square" tIns="44650">
            <a:no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3017520" y="1752607"/>
            <a:ext cx="37856100" cy="6362700"/>
          </a:xfrm>
          <a:prstGeom prst="rect">
            <a:avLst/>
          </a:prstGeom>
          <a:noFill/>
          <a:ln>
            <a:noFill/>
          </a:ln>
        </p:spPr>
        <p:txBody>
          <a:bodyPr anchorCtr="0" anchor="ctr" bIns="44650" lIns="89275" spcFirstLastPara="1" rIns="89275" wrap="square" tIns="44650">
            <a:noAutofit/>
          </a:bodyPr>
          <a:lstStyle>
            <a:lvl1pPr lvl="0" marR="0" rtl="0" algn="l">
              <a:lnSpc>
                <a:spcPct val="90000"/>
              </a:lnSpc>
              <a:spcBef>
                <a:spcPts val="0"/>
              </a:spcBef>
              <a:spcAft>
                <a:spcPts val="0"/>
              </a:spcAft>
              <a:buClr>
                <a:schemeClr val="dk1"/>
              </a:buClr>
              <a:buSzPts val="20800"/>
              <a:buFont typeface="Calibri"/>
              <a:buNone/>
              <a:defRPr b="0" i="0" sz="20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500"/>
              <a:buFont typeface="Arial"/>
              <a:buNone/>
              <a:defRPr b="0" i="0" sz="20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20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20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20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20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20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20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2000" u="none" cap="none" strike="noStrike">
                <a:solidFill>
                  <a:srgbClr val="000000"/>
                </a:solidFill>
                <a:latin typeface="Arial"/>
                <a:ea typeface="Arial"/>
                <a:cs typeface="Arial"/>
                <a:sym typeface="Arial"/>
              </a:defRPr>
            </a:lvl9pPr>
          </a:lstStyle>
          <a:p/>
        </p:txBody>
      </p:sp>
      <p:sp>
        <p:nvSpPr>
          <p:cNvPr id="7" name="Google Shape;7;p2"/>
          <p:cNvSpPr txBox="1"/>
          <p:nvPr>
            <p:ph idx="1" type="body"/>
          </p:nvPr>
        </p:nvSpPr>
        <p:spPr>
          <a:xfrm>
            <a:off x="3017520" y="8763000"/>
            <a:ext cx="37856100" cy="20886300"/>
          </a:xfrm>
          <a:prstGeom prst="rect">
            <a:avLst/>
          </a:prstGeom>
          <a:noFill/>
          <a:ln>
            <a:noFill/>
          </a:ln>
        </p:spPr>
        <p:txBody>
          <a:bodyPr anchorCtr="0" anchor="t" bIns="44650" lIns="89275" spcFirstLastPara="1" rIns="89275" wrap="square" tIns="44650">
            <a:noAutofit/>
          </a:bodyPr>
          <a:lstStyle>
            <a:lvl1pPr indent="-1047750" lvl="0" marL="457200" marR="0" rtl="0" algn="l">
              <a:lnSpc>
                <a:spcPct val="90000"/>
              </a:lnSpc>
              <a:spcBef>
                <a:spcPts val="4500"/>
              </a:spcBef>
              <a:spcAft>
                <a:spcPts val="0"/>
              </a:spcAft>
              <a:buClr>
                <a:schemeClr val="dk1"/>
              </a:buClr>
              <a:buSzPts val="12900"/>
              <a:buFont typeface="Arial"/>
              <a:buChar char="•"/>
              <a:defRPr b="0" i="0" sz="12900" u="none" cap="none" strike="noStrike">
                <a:solidFill>
                  <a:schemeClr val="dk1"/>
                </a:solidFill>
                <a:latin typeface="Calibri"/>
                <a:ea typeface="Calibri"/>
                <a:cs typeface="Calibri"/>
                <a:sym typeface="Calibri"/>
              </a:defRPr>
            </a:lvl1pPr>
            <a:lvl2pPr indent="-952500" lvl="1" marL="914400" marR="0" rtl="0" algn="l">
              <a:lnSpc>
                <a:spcPct val="90000"/>
              </a:lnSpc>
              <a:spcBef>
                <a:spcPts val="2500"/>
              </a:spcBef>
              <a:spcAft>
                <a:spcPts val="0"/>
              </a:spcAft>
              <a:buClr>
                <a:schemeClr val="dk1"/>
              </a:buClr>
              <a:buSzPts val="11400"/>
              <a:buFont typeface="Arial"/>
              <a:buChar char="•"/>
              <a:defRPr b="0" i="0" sz="11400" u="none" cap="none" strike="noStrike">
                <a:solidFill>
                  <a:schemeClr val="dk1"/>
                </a:solidFill>
                <a:latin typeface="Calibri"/>
                <a:ea typeface="Calibri"/>
                <a:cs typeface="Calibri"/>
                <a:sym typeface="Calibri"/>
              </a:defRPr>
            </a:lvl2pPr>
            <a:lvl3pPr indent="-825500" lvl="2" marL="1371600" marR="0" rtl="0" algn="l">
              <a:lnSpc>
                <a:spcPct val="90000"/>
              </a:lnSpc>
              <a:spcBef>
                <a:spcPts val="2500"/>
              </a:spcBef>
              <a:spcAft>
                <a:spcPts val="0"/>
              </a:spcAft>
              <a:buClr>
                <a:schemeClr val="dk1"/>
              </a:buClr>
              <a:buSzPts val="9400"/>
              <a:buFont typeface="Arial"/>
              <a:buChar char="•"/>
              <a:defRPr b="0" i="0" sz="9400" u="none" cap="none" strike="noStrike">
                <a:solidFill>
                  <a:schemeClr val="dk1"/>
                </a:solidFill>
                <a:latin typeface="Calibri"/>
                <a:ea typeface="Calibri"/>
                <a:cs typeface="Calibri"/>
                <a:sym typeface="Calibri"/>
              </a:defRPr>
            </a:lvl3pPr>
            <a:lvl4pPr indent="-762000" lvl="3" marL="1828800" marR="0" rtl="0" algn="l">
              <a:lnSpc>
                <a:spcPct val="90000"/>
              </a:lnSpc>
              <a:spcBef>
                <a:spcPts val="2500"/>
              </a:spcBef>
              <a:spcAft>
                <a:spcPts val="0"/>
              </a:spcAft>
              <a:buClr>
                <a:schemeClr val="dk1"/>
              </a:buClr>
              <a:buSzPts val="8400"/>
              <a:buFont typeface="Arial"/>
              <a:buChar char="•"/>
              <a:defRPr b="0" i="0" sz="8400" u="none" cap="none" strike="noStrike">
                <a:solidFill>
                  <a:schemeClr val="dk1"/>
                </a:solidFill>
                <a:latin typeface="Calibri"/>
                <a:ea typeface="Calibri"/>
                <a:cs typeface="Calibri"/>
                <a:sym typeface="Calibri"/>
              </a:defRPr>
            </a:lvl4pPr>
            <a:lvl5pPr indent="-762000" lvl="4" marL="2286000" marR="0" rtl="0" algn="l">
              <a:lnSpc>
                <a:spcPct val="90000"/>
              </a:lnSpc>
              <a:spcBef>
                <a:spcPts val="2500"/>
              </a:spcBef>
              <a:spcAft>
                <a:spcPts val="0"/>
              </a:spcAft>
              <a:buClr>
                <a:schemeClr val="dk1"/>
              </a:buClr>
              <a:buSzPts val="8400"/>
              <a:buFont typeface="Arial"/>
              <a:buChar char="•"/>
              <a:defRPr b="0" i="0" sz="8400" u="none" cap="none" strike="noStrike">
                <a:solidFill>
                  <a:schemeClr val="dk1"/>
                </a:solidFill>
                <a:latin typeface="Calibri"/>
                <a:ea typeface="Calibri"/>
                <a:cs typeface="Calibri"/>
                <a:sym typeface="Calibri"/>
              </a:defRPr>
            </a:lvl5pPr>
            <a:lvl6pPr indent="-762000" lvl="5" marL="2743200" marR="0" rtl="0" algn="l">
              <a:lnSpc>
                <a:spcPct val="90000"/>
              </a:lnSpc>
              <a:spcBef>
                <a:spcPts val="2500"/>
              </a:spcBef>
              <a:spcAft>
                <a:spcPts val="0"/>
              </a:spcAft>
              <a:buClr>
                <a:schemeClr val="dk1"/>
              </a:buClr>
              <a:buSzPts val="8400"/>
              <a:buFont typeface="Arial"/>
              <a:buChar char="•"/>
              <a:defRPr b="0" i="0" sz="8400" u="none" cap="none" strike="noStrike">
                <a:solidFill>
                  <a:schemeClr val="dk1"/>
                </a:solidFill>
                <a:latin typeface="Calibri"/>
                <a:ea typeface="Calibri"/>
                <a:cs typeface="Calibri"/>
                <a:sym typeface="Calibri"/>
              </a:defRPr>
            </a:lvl6pPr>
            <a:lvl7pPr indent="-762000" lvl="6" marL="3200400" marR="0" rtl="0" algn="l">
              <a:lnSpc>
                <a:spcPct val="90000"/>
              </a:lnSpc>
              <a:spcBef>
                <a:spcPts val="2500"/>
              </a:spcBef>
              <a:spcAft>
                <a:spcPts val="0"/>
              </a:spcAft>
              <a:buClr>
                <a:schemeClr val="dk1"/>
              </a:buClr>
              <a:buSzPts val="8400"/>
              <a:buFont typeface="Arial"/>
              <a:buChar char="•"/>
              <a:defRPr b="0" i="0" sz="8400" u="none" cap="none" strike="noStrike">
                <a:solidFill>
                  <a:schemeClr val="dk1"/>
                </a:solidFill>
                <a:latin typeface="Calibri"/>
                <a:ea typeface="Calibri"/>
                <a:cs typeface="Calibri"/>
                <a:sym typeface="Calibri"/>
              </a:defRPr>
            </a:lvl7pPr>
            <a:lvl8pPr indent="-762000" lvl="7" marL="3657600" marR="0" rtl="0" algn="l">
              <a:lnSpc>
                <a:spcPct val="90000"/>
              </a:lnSpc>
              <a:spcBef>
                <a:spcPts val="2500"/>
              </a:spcBef>
              <a:spcAft>
                <a:spcPts val="0"/>
              </a:spcAft>
              <a:buClr>
                <a:schemeClr val="dk1"/>
              </a:buClr>
              <a:buSzPts val="8400"/>
              <a:buFont typeface="Arial"/>
              <a:buChar char="•"/>
              <a:defRPr b="0" i="0" sz="8400" u="none" cap="none" strike="noStrike">
                <a:solidFill>
                  <a:schemeClr val="dk1"/>
                </a:solidFill>
                <a:latin typeface="Calibri"/>
                <a:ea typeface="Calibri"/>
                <a:cs typeface="Calibri"/>
                <a:sym typeface="Calibri"/>
              </a:defRPr>
            </a:lvl8pPr>
            <a:lvl9pPr indent="-762000" lvl="8" marL="4114800" marR="0" rtl="0" algn="l">
              <a:lnSpc>
                <a:spcPct val="90000"/>
              </a:lnSpc>
              <a:spcBef>
                <a:spcPts val="2500"/>
              </a:spcBef>
              <a:spcAft>
                <a:spcPts val="0"/>
              </a:spcAft>
              <a:buClr>
                <a:schemeClr val="dk1"/>
              </a:buClr>
              <a:buSzPts val="8400"/>
              <a:buFont typeface="Arial"/>
              <a:buChar char="•"/>
              <a:defRPr b="0" i="0" sz="8400" u="none" cap="none" strike="noStrike">
                <a:solidFill>
                  <a:schemeClr val="dk1"/>
                </a:solidFill>
                <a:latin typeface="Calibri"/>
                <a:ea typeface="Calibri"/>
                <a:cs typeface="Calibri"/>
                <a:sym typeface="Calibri"/>
              </a:defRPr>
            </a:lvl9pPr>
          </a:lstStyle>
          <a:p/>
        </p:txBody>
      </p:sp>
      <p:sp>
        <p:nvSpPr>
          <p:cNvPr id="8" name="Google Shape;8;p2"/>
          <p:cNvSpPr txBox="1"/>
          <p:nvPr>
            <p:ph idx="10" type="dt"/>
          </p:nvPr>
        </p:nvSpPr>
        <p:spPr>
          <a:xfrm>
            <a:off x="3017520" y="30510488"/>
            <a:ext cx="9875700" cy="1752300"/>
          </a:xfrm>
          <a:prstGeom prst="rect">
            <a:avLst/>
          </a:prstGeom>
          <a:noFill/>
          <a:ln>
            <a:noFill/>
          </a:ln>
        </p:spPr>
        <p:txBody>
          <a:bodyPr anchorCtr="0" anchor="ctr" bIns="44650" lIns="89275" spcFirstLastPara="1" rIns="89275" wrap="square" tIns="44650">
            <a:noAutofit/>
          </a:bodyPr>
          <a:lstStyle>
            <a:lvl1pPr lvl="0" marR="0" rtl="0" algn="l">
              <a:lnSpc>
                <a:spcPct val="100000"/>
              </a:lnSpc>
              <a:spcBef>
                <a:spcPts val="0"/>
              </a:spcBef>
              <a:spcAft>
                <a:spcPts val="0"/>
              </a:spcAft>
              <a:buClr>
                <a:srgbClr val="000000"/>
              </a:buClr>
              <a:buSzPts val="1500"/>
              <a:buFont typeface="Arial"/>
              <a:buNone/>
              <a:defRPr b="0" i="0" sz="55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500"/>
              <a:buFont typeface="Arial"/>
              <a:buNone/>
              <a:defRPr b="0" i="0" sz="20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500"/>
              <a:buFont typeface="Arial"/>
              <a:buNone/>
              <a:defRPr b="0" i="0" sz="20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500"/>
              <a:buFont typeface="Arial"/>
              <a:buNone/>
              <a:defRPr b="0" i="0" sz="20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500"/>
              <a:buFont typeface="Arial"/>
              <a:buNone/>
              <a:defRPr b="0" i="0" sz="20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500"/>
              <a:buFont typeface="Arial"/>
              <a:buNone/>
              <a:defRPr b="0" i="0" sz="20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500"/>
              <a:buFont typeface="Arial"/>
              <a:buNone/>
              <a:defRPr b="0" i="0" sz="20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500"/>
              <a:buFont typeface="Arial"/>
              <a:buNone/>
              <a:defRPr b="0" i="0" sz="20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500"/>
              <a:buFont typeface="Arial"/>
              <a:buNone/>
              <a:defRPr b="0" i="0" sz="2000" u="none" cap="none" strike="noStrike">
                <a:solidFill>
                  <a:schemeClr val="dk1"/>
                </a:solidFill>
                <a:latin typeface="Calibri"/>
                <a:ea typeface="Calibri"/>
                <a:cs typeface="Calibri"/>
                <a:sym typeface="Calibri"/>
              </a:defRPr>
            </a:lvl9pPr>
          </a:lstStyle>
          <a:p/>
        </p:txBody>
      </p:sp>
      <p:sp>
        <p:nvSpPr>
          <p:cNvPr id="9" name="Google Shape;9;p2"/>
          <p:cNvSpPr txBox="1"/>
          <p:nvPr>
            <p:ph idx="11" type="ftr"/>
          </p:nvPr>
        </p:nvSpPr>
        <p:spPr>
          <a:xfrm>
            <a:off x="14538959" y="30510488"/>
            <a:ext cx="14813100" cy="1752300"/>
          </a:xfrm>
          <a:prstGeom prst="rect">
            <a:avLst/>
          </a:prstGeom>
          <a:noFill/>
          <a:ln>
            <a:noFill/>
          </a:ln>
        </p:spPr>
        <p:txBody>
          <a:bodyPr anchorCtr="0" anchor="ctr" bIns="44650" lIns="89275" spcFirstLastPara="1" rIns="89275" wrap="square" tIns="44650">
            <a:noAutofit/>
          </a:bodyPr>
          <a:lstStyle>
            <a:lvl1pPr lvl="0" marR="0" rtl="0" algn="ctr">
              <a:lnSpc>
                <a:spcPct val="100000"/>
              </a:lnSpc>
              <a:spcBef>
                <a:spcPts val="0"/>
              </a:spcBef>
              <a:spcAft>
                <a:spcPts val="0"/>
              </a:spcAft>
              <a:buClr>
                <a:srgbClr val="000000"/>
              </a:buClr>
              <a:buSzPts val="1500"/>
              <a:buFont typeface="Arial"/>
              <a:buNone/>
              <a:defRPr b="0" i="0" sz="55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500"/>
              <a:buFont typeface="Arial"/>
              <a:buNone/>
              <a:defRPr b="0" i="0" sz="20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500"/>
              <a:buFont typeface="Arial"/>
              <a:buNone/>
              <a:defRPr b="0" i="0" sz="20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500"/>
              <a:buFont typeface="Arial"/>
              <a:buNone/>
              <a:defRPr b="0" i="0" sz="20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500"/>
              <a:buFont typeface="Arial"/>
              <a:buNone/>
              <a:defRPr b="0" i="0" sz="20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500"/>
              <a:buFont typeface="Arial"/>
              <a:buNone/>
              <a:defRPr b="0" i="0" sz="20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500"/>
              <a:buFont typeface="Arial"/>
              <a:buNone/>
              <a:defRPr b="0" i="0" sz="20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500"/>
              <a:buFont typeface="Arial"/>
              <a:buNone/>
              <a:defRPr b="0" i="0" sz="20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500"/>
              <a:buFont typeface="Arial"/>
              <a:buNone/>
              <a:defRPr b="0" i="0" sz="2000" u="none" cap="none" strike="noStrike">
                <a:solidFill>
                  <a:schemeClr val="dk1"/>
                </a:solidFill>
                <a:latin typeface="Calibri"/>
                <a:ea typeface="Calibri"/>
                <a:cs typeface="Calibri"/>
                <a:sym typeface="Calibri"/>
              </a:defRPr>
            </a:lvl9pPr>
          </a:lstStyle>
          <a:p/>
        </p:txBody>
      </p:sp>
      <p:sp>
        <p:nvSpPr>
          <p:cNvPr id="10" name="Google Shape;10;p2"/>
          <p:cNvSpPr txBox="1"/>
          <p:nvPr>
            <p:ph idx="12" type="sldNum"/>
          </p:nvPr>
        </p:nvSpPr>
        <p:spPr>
          <a:xfrm>
            <a:off x="30998159" y="30510488"/>
            <a:ext cx="9875700" cy="1752300"/>
          </a:xfrm>
          <a:prstGeom prst="rect">
            <a:avLst/>
          </a:prstGeom>
          <a:noFill/>
          <a:ln>
            <a:noFill/>
          </a:ln>
        </p:spPr>
        <p:txBody>
          <a:bodyPr anchorCtr="0" anchor="ctr" bIns="44650" lIns="89275" spcFirstLastPara="1" rIns="89275" wrap="square" tIns="44650">
            <a:noAutofit/>
          </a:bodyPr>
          <a:lstStyle>
            <a:lvl1pPr indent="0" lvl="0" marL="0" marR="0" rtl="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5500"/>
              <a:buFont typeface="Arial"/>
              <a:buNone/>
              <a:defRPr b="0" i="0" sz="55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5.png"/><Relationship Id="rId11" Type="http://schemas.openxmlformats.org/officeDocument/2006/relationships/image" Target="../media/image4.jpg"/><Relationship Id="rId10" Type="http://schemas.openxmlformats.org/officeDocument/2006/relationships/hyperlink" Target="http://www.youtube.com/watch?v=Ev1lkfRb3Ls" TargetMode="External"/><Relationship Id="rId9" Type="http://schemas.openxmlformats.org/officeDocument/2006/relationships/image" Target="../media/image3.jpg"/><Relationship Id="rId5" Type="http://schemas.openxmlformats.org/officeDocument/2006/relationships/image" Target="../media/image6.png"/><Relationship Id="rId6" Type="http://schemas.openxmlformats.org/officeDocument/2006/relationships/image" Target="../media/image1.jpg"/><Relationship Id="rId7" Type="http://schemas.openxmlformats.org/officeDocument/2006/relationships/image" Target="../media/image7.png"/><Relationship Id="rId8" Type="http://schemas.openxmlformats.org/officeDocument/2006/relationships/hyperlink" Target="http://www.youtube.com/watch?v=wLYSFqlbx_8"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1fa778c9e43_0_0"/>
          <p:cNvSpPr txBox="1"/>
          <p:nvPr/>
        </p:nvSpPr>
        <p:spPr>
          <a:xfrm>
            <a:off x="11438350" y="6625475"/>
            <a:ext cx="20505600" cy="5044200"/>
          </a:xfrm>
          <a:prstGeom prst="rect">
            <a:avLst/>
          </a:prstGeom>
          <a:noFill/>
          <a:ln cap="flat" cmpd="sng" w="9525">
            <a:solidFill>
              <a:schemeClr val="dk1"/>
            </a:solidFill>
            <a:prstDash val="solid"/>
            <a:round/>
            <a:headEnd len="sm" w="sm" type="none"/>
            <a:tailEnd len="sm" w="sm" type="none"/>
          </a:ln>
        </p:spPr>
        <p:txBody>
          <a:bodyPr anchorCtr="0" anchor="t" bIns="89275" lIns="89275" spcFirstLastPara="1" rIns="89275" wrap="square" tIns="89275">
            <a:spAutoFit/>
          </a:bodyPr>
          <a:lstStyle/>
          <a:p>
            <a:pPr indent="0" lvl="0" marL="0" rtl="0" algn="just">
              <a:lnSpc>
                <a:spcPct val="115000"/>
              </a:lnSpc>
              <a:spcBef>
                <a:spcPts val="0"/>
              </a:spcBef>
              <a:spcAft>
                <a:spcPts val="0"/>
              </a:spcAft>
              <a:buClr>
                <a:schemeClr val="dk1"/>
              </a:buClr>
              <a:buSzPts val="1100"/>
              <a:buFont typeface="Arial"/>
              <a:buNone/>
            </a:pPr>
            <a:r>
              <a:rPr lang="en-US" sz="4000">
                <a:solidFill>
                  <a:schemeClr val="dk1"/>
                </a:solidFill>
                <a:latin typeface="Times New Roman"/>
                <a:ea typeface="Times New Roman"/>
                <a:cs typeface="Times New Roman"/>
                <a:sym typeface="Times New Roman"/>
              </a:rPr>
              <a:t>Multi-robot SFAN uses a squadron of mobile robots to take scalar sensor-readings of their surroundings at every time-step and use it to calculate the trajectory to arrive at their target destination. In collaboration with the U.S. Army Corps of Engineers, we aim to deploy these algorithms in our retrofitted profilers to hunt down migrating clouds of underwater pollutants that smother sensitive marine life.  </a:t>
            </a:r>
            <a:endParaRPr sz="40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1100"/>
              <a:buFont typeface="Arial"/>
              <a:buNone/>
            </a:pPr>
            <a:r>
              <a:t/>
            </a:r>
            <a:endParaRPr sz="4000">
              <a:solidFill>
                <a:schemeClr val="dk1"/>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chemeClr val="dk1"/>
              </a:buClr>
              <a:buSzPts val="1000"/>
              <a:buFont typeface="Arial"/>
              <a:buNone/>
            </a:pPr>
            <a:r>
              <a:t/>
            </a:r>
            <a:endParaRPr sz="4000">
              <a:solidFill>
                <a:schemeClr val="dk1"/>
              </a:solidFill>
              <a:latin typeface="Times New Roman"/>
              <a:ea typeface="Times New Roman"/>
              <a:cs typeface="Times New Roman"/>
              <a:sym typeface="Times New Roman"/>
            </a:endParaRPr>
          </a:p>
        </p:txBody>
      </p:sp>
      <p:sp>
        <p:nvSpPr>
          <p:cNvPr id="85" name="Google Shape;85;g1fa778c9e43_0_0"/>
          <p:cNvSpPr/>
          <p:nvPr/>
        </p:nvSpPr>
        <p:spPr>
          <a:xfrm>
            <a:off x="11434375" y="24852575"/>
            <a:ext cx="20505600" cy="80367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89275" lIns="89275" spcFirstLastPara="1" rIns="89275" wrap="square" tIns="89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6" name="Google Shape;86;g1fa778c9e43_0_0"/>
          <p:cNvPicPr preferRelativeResize="0"/>
          <p:nvPr/>
        </p:nvPicPr>
        <p:blipFill rotWithShape="1">
          <a:blip r:embed="rId3">
            <a:alphaModFix/>
          </a:blip>
          <a:srcRect b="10579" l="26263" r="30743" t="17844"/>
          <a:stretch/>
        </p:blipFill>
        <p:spPr>
          <a:xfrm>
            <a:off x="35474750" y="4024398"/>
            <a:ext cx="8898998" cy="5573225"/>
          </a:xfrm>
          <a:prstGeom prst="rect">
            <a:avLst/>
          </a:prstGeom>
          <a:noFill/>
          <a:ln>
            <a:noFill/>
          </a:ln>
          <a:effectLst>
            <a:outerShdw blurRad="628650" rotWithShape="0" algn="bl" dir="5400000" dist="628650">
              <a:srgbClr val="000000">
                <a:alpha val="66000"/>
              </a:srgbClr>
            </a:outerShdw>
          </a:effectLst>
        </p:spPr>
      </p:pic>
      <p:pic>
        <p:nvPicPr>
          <p:cNvPr id="87" name="Google Shape;87;g1fa778c9e43_0_0"/>
          <p:cNvPicPr preferRelativeResize="0"/>
          <p:nvPr/>
        </p:nvPicPr>
        <p:blipFill rotWithShape="1">
          <a:blip r:embed="rId3">
            <a:alphaModFix/>
          </a:blip>
          <a:srcRect b="10579" l="26263" r="30743" t="17844"/>
          <a:stretch/>
        </p:blipFill>
        <p:spPr>
          <a:xfrm>
            <a:off x="38598576" y="9597625"/>
            <a:ext cx="8597525" cy="5384400"/>
          </a:xfrm>
          <a:prstGeom prst="rect">
            <a:avLst/>
          </a:prstGeom>
          <a:noFill/>
          <a:ln>
            <a:noFill/>
          </a:ln>
          <a:effectLst>
            <a:outerShdw blurRad="628650" rotWithShape="0" algn="bl" dir="5400000" dist="628650">
              <a:srgbClr val="000000">
                <a:alpha val="66000"/>
              </a:srgbClr>
            </a:outerShdw>
          </a:effectLst>
        </p:spPr>
      </p:pic>
      <p:pic>
        <p:nvPicPr>
          <p:cNvPr id="88" name="Google Shape;88;g1fa778c9e43_0_0"/>
          <p:cNvPicPr preferRelativeResize="0"/>
          <p:nvPr/>
        </p:nvPicPr>
        <p:blipFill rotWithShape="1">
          <a:blip r:embed="rId3">
            <a:alphaModFix/>
          </a:blip>
          <a:srcRect b="10579" l="26263" r="30743" t="17844"/>
          <a:stretch/>
        </p:blipFill>
        <p:spPr>
          <a:xfrm>
            <a:off x="31090275" y="6464300"/>
            <a:ext cx="13707226" cy="8584500"/>
          </a:xfrm>
          <a:prstGeom prst="rect">
            <a:avLst/>
          </a:prstGeom>
          <a:noFill/>
          <a:ln>
            <a:noFill/>
          </a:ln>
          <a:effectLst>
            <a:outerShdw blurRad="628650" rotWithShape="0" algn="bl" dir="5400000" dist="628650">
              <a:srgbClr val="000000">
                <a:alpha val="66000"/>
              </a:srgbClr>
            </a:outerShdw>
          </a:effectLst>
        </p:spPr>
      </p:pic>
      <p:sp>
        <p:nvSpPr>
          <p:cNvPr id="89" name="Google Shape;89;g1fa778c9e43_0_0"/>
          <p:cNvSpPr/>
          <p:nvPr/>
        </p:nvSpPr>
        <p:spPr>
          <a:xfrm>
            <a:off x="11379275" y="10764875"/>
            <a:ext cx="20505600" cy="13047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89275" lIns="89275" spcFirstLastPara="1" rIns="89275" wrap="square" tIns="89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g1fa778c9e43_0_0"/>
          <p:cNvSpPr/>
          <p:nvPr/>
        </p:nvSpPr>
        <p:spPr>
          <a:xfrm>
            <a:off x="456725" y="6502325"/>
            <a:ext cx="10692000" cy="15445500"/>
          </a:xfrm>
          <a:prstGeom prst="rect">
            <a:avLst/>
          </a:prstGeom>
          <a:noFill/>
          <a:ln cap="flat" cmpd="sng" w="9525">
            <a:solidFill>
              <a:schemeClr val="dk1"/>
            </a:solidFill>
            <a:prstDash val="solid"/>
            <a:round/>
            <a:headEnd len="sm" w="sm" type="none"/>
            <a:tailEnd len="sm" w="sm" type="none"/>
          </a:ln>
        </p:spPr>
        <p:txBody>
          <a:bodyPr anchorCtr="0" anchor="ctr" bIns="453475" lIns="453475" spcFirstLastPara="1" rIns="453475" wrap="square" tIns="4534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g1fa778c9e43_0_0"/>
          <p:cNvSpPr/>
          <p:nvPr/>
        </p:nvSpPr>
        <p:spPr>
          <a:xfrm>
            <a:off x="11904375" y="27002425"/>
            <a:ext cx="7335300" cy="5384400"/>
          </a:xfrm>
          <a:prstGeom prst="rect">
            <a:avLst/>
          </a:prstGeom>
          <a:solidFill>
            <a:schemeClr val="lt1"/>
          </a:solidFill>
          <a:ln>
            <a:noFill/>
          </a:ln>
        </p:spPr>
        <p:txBody>
          <a:bodyPr anchorCtr="0" anchor="ctr" bIns="44650" lIns="89275" spcFirstLastPara="1" rIns="89275" wrap="square" tIns="44650">
            <a:noAutofit/>
          </a:bodyPr>
          <a:lstStyle/>
          <a:p>
            <a:pPr indent="0" lvl="0" marL="0" marR="0" rtl="0" algn="l">
              <a:lnSpc>
                <a:spcPct val="100000"/>
              </a:lnSpc>
              <a:spcBef>
                <a:spcPts val="0"/>
              </a:spcBef>
              <a:spcAft>
                <a:spcPts val="0"/>
              </a:spcAft>
              <a:buClr>
                <a:schemeClr val="dk1"/>
              </a:buClr>
              <a:buSzPts val="1000"/>
              <a:buFont typeface="Arial"/>
              <a:buNone/>
            </a:pPr>
            <a:r>
              <a:t/>
            </a:r>
            <a:endParaRPr b="0" i="0" sz="3500" u="none" cap="none" strike="noStrike">
              <a:solidFill>
                <a:schemeClr val="dk1"/>
              </a:solidFill>
              <a:latin typeface="Times New Roman"/>
              <a:ea typeface="Times New Roman"/>
              <a:cs typeface="Times New Roman"/>
              <a:sym typeface="Times New Roman"/>
            </a:endParaRPr>
          </a:p>
        </p:txBody>
      </p:sp>
      <p:sp>
        <p:nvSpPr>
          <p:cNvPr id="92" name="Google Shape;92;g1fa778c9e43_0_0"/>
          <p:cNvSpPr/>
          <p:nvPr/>
        </p:nvSpPr>
        <p:spPr>
          <a:xfrm>
            <a:off x="457200" y="457200"/>
            <a:ext cx="42976800" cy="4325100"/>
          </a:xfrm>
          <a:prstGeom prst="rect">
            <a:avLst/>
          </a:prstGeom>
          <a:solidFill>
            <a:srgbClr val="B40135"/>
          </a:solidFill>
          <a:ln cap="flat" cmpd="sng" w="12700">
            <a:solidFill>
              <a:schemeClr val="dk1"/>
            </a:solidFill>
            <a:prstDash val="solid"/>
            <a:miter lim="800000"/>
            <a:headEnd len="sm" w="sm" type="none"/>
            <a:tailEnd len="sm" w="sm" type="none"/>
          </a:ln>
        </p:spPr>
        <p:txBody>
          <a:bodyPr anchorCtr="0" anchor="ctr" bIns="44650" lIns="89275" spcFirstLastPara="1" rIns="89275" wrap="square" tIns="4465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p:txBody>
      </p:sp>
      <p:sp>
        <p:nvSpPr>
          <p:cNvPr id="93" name="Google Shape;93;g1fa778c9e43_0_0"/>
          <p:cNvSpPr txBox="1"/>
          <p:nvPr>
            <p:ph type="ctrTitle"/>
          </p:nvPr>
        </p:nvSpPr>
        <p:spPr>
          <a:xfrm>
            <a:off x="685800" y="752450"/>
            <a:ext cx="42519600" cy="2776200"/>
          </a:xfrm>
          <a:prstGeom prst="rect">
            <a:avLst/>
          </a:prstGeom>
          <a:noFill/>
          <a:ln>
            <a:noFill/>
          </a:ln>
        </p:spPr>
        <p:txBody>
          <a:bodyPr anchorCtr="0" anchor="b" bIns="44650" lIns="89275" spcFirstLastPara="1" rIns="89275" wrap="square" tIns="44650">
            <a:noAutofit/>
          </a:bodyPr>
          <a:lstStyle/>
          <a:p>
            <a:pPr indent="0" lvl="0" marL="0" rtl="0" algn="ctr">
              <a:lnSpc>
                <a:spcPct val="90000"/>
              </a:lnSpc>
              <a:spcBef>
                <a:spcPts val="0"/>
              </a:spcBef>
              <a:spcAft>
                <a:spcPts val="0"/>
              </a:spcAft>
              <a:buClr>
                <a:schemeClr val="lt1"/>
              </a:buClr>
              <a:buSzPts val="9900"/>
              <a:buFont typeface="Times New Roman"/>
              <a:buNone/>
            </a:pPr>
            <a:r>
              <a:rPr lang="en-US" sz="9900">
                <a:solidFill>
                  <a:schemeClr val="lt1"/>
                </a:solidFill>
                <a:latin typeface="Times New Roman"/>
                <a:ea typeface="Times New Roman"/>
                <a:cs typeface="Times New Roman"/>
                <a:sym typeface="Times New Roman"/>
              </a:rPr>
              <a:t>Novel Control Law and Robotic Vehicle for Pinpointing Aquatic Scalar-field Extremums</a:t>
            </a:r>
            <a:endParaRPr sz="9900">
              <a:solidFill>
                <a:schemeClr val="lt1"/>
              </a:solidFill>
              <a:latin typeface="Times New Roman"/>
              <a:ea typeface="Times New Roman"/>
              <a:cs typeface="Times New Roman"/>
              <a:sym typeface="Times New Roman"/>
            </a:endParaRPr>
          </a:p>
        </p:txBody>
      </p:sp>
      <p:sp>
        <p:nvSpPr>
          <p:cNvPr id="94" name="Google Shape;94;g1fa778c9e43_0_0"/>
          <p:cNvSpPr txBox="1"/>
          <p:nvPr/>
        </p:nvSpPr>
        <p:spPr>
          <a:xfrm>
            <a:off x="24067239" y="2512552"/>
            <a:ext cx="184500" cy="1016100"/>
          </a:xfrm>
          <a:prstGeom prst="rect">
            <a:avLst/>
          </a:prstGeom>
          <a:noFill/>
          <a:ln>
            <a:noFill/>
          </a:ln>
        </p:spPr>
        <p:txBody>
          <a:bodyPr anchorCtr="0" anchor="t" bIns="44650" lIns="89275" spcFirstLastPara="1" rIns="89275" wrap="square" tIns="44650">
            <a:noAutofit/>
          </a:bodyPr>
          <a:lstStyle/>
          <a:p>
            <a:pPr indent="0" lvl="0" marL="0" marR="0" rtl="0" algn="ctr">
              <a:lnSpc>
                <a:spcPct val="100000"/>
              </a:lnSpc>
              <a:spcBef>
                <a:spcPts val="0"/>
              </a:spcBef>
              <a:spcAft>
                <a:spcPts val="0"/>
              </a:spcAft>
              <a:buClr>
                <a:srgbClr val="000000"/>
              </a:buClr>
              <a:buSzPts val="6000"/>
              <a:buFont typeface="Arial"/>
              <a:buNone/>
            </a:pPr>
            <a:r>
              <a:t/>
            </a:r>
            <a:endParaRPr b="0" i="0" sz="6000" u="none" cap="none" strike="noStrike">
              <a:solidFill>
                <a:schemeClr val="dk1"/>
              </a:solidFill>
              <a:latin typeface="Times New Roman"/>
              <a:ea typeface="Times New Roman"/>
              <a:cs typeface="Times New Roman"/>
              <a:sym typeface="Times New Roman"/>
            </a:endParaRPr>
          </a:p>
        </p:txBody>
      </p:sp>
      <p:sp>
        <p:nvSpPr>
          <p:cNvPr id="95" name="Google Shape;95;g1fa778c9e43_0_0"/>
          <p:cNvSpPr txBox="1"/>
          <p:nvPr/>
        </p:nvSpPr>
        <p:spPr>
          <a:xfrm>
            <a:off x="838200" y="3528650"/>
            <a:ext cx="43225500" cy="1938900"/>
          </a:xfrm>
          <a:prstGeom prst="rect">
            <a:avLst/>
          </a:prstGeom>
          <a:noFill/>
          <a:ln>
            <a:noFill/>
          </a:ln>
        </p:spPr>
        <p:txBody>
          <a:bodyPr anchorCtr="0" anchor="t" bIns="44650" lIns="89275" spcFirstLastPara="1" rIns="89275" wrap="square" tIns="44650">
            <a:noAutofit/>
          </a:bodyPr>
          <a:lstStyle/>
          <a:p>
            <a:pPr indent="0" lvl="0" marL="0" marR="0" rtl="0" algn="ctr">
              <a:lnSpc>
                <a:spcPct val="100000"/>
              </a:lnSpc>
              <a:spcBef>
                <a:spcPts val="0"/>
              </a:spcBef>
              <a:spcAft>
                <a:spcPts val="0"/>
              </a:spcAft>
              <a:buClr>
                <a:srgbClr val="000000"/>
              </a:buClr>
              <a:buSzPts val="6000"/>
              <a:buFont typeface="Arial"/>
              <a:buNone/>
            </a:pPr>
            <a:r>
              <a:rPr b="1" lang="en-US" sz="6000">
                <a:solidFill>
                  <a:schemeClr val="lt1"/>
                </a:solidFill>
                <a:latin typeface="Times New Roman"/>
                <a:ea typeface="Times New Roman"/>
                <a:cs typeface="Times New Roman"/>
                <a:sym typeface="Times New Roman"/>
              </a:rPr>
              <a:t>Authors: </a:t>
            </a:r>
            <a:r>
              <a:rPr b="0" i="0" lang="en-US" sz="6000" u="none" cap="none" strike="noStrike">
                <a:solidFill>
                  <a:schemeClr val="lt1"/>
                </a:solidFill>
                <a:latin typeface="Times New Roman"/>
                <a:ea typeface="Times New Roman"/>
                <a:cs typeface="Times New Roman"/>
                <a:sym typeface="Times New Roman"/>
              </a:rPr>
              <a:t>Jeffrey Ke </a:t>
            </a:r>
            <a:r>
              <a:rPr b="0" i="0" lang="en-US" sz="4000" u="none" cap="none" strike="noStrike">
                <a:solidFill>
                  <a:schemeClr val="lt1"/>
                </a:solidFill>
                <a:latin typeface="Times New Roman"/>
                <a:ea typeface="Times New Roman"/>
                <a:cs typeface="Times New Roman"/>
                <a:sym typeface="Times New Roman"/>
              </a:rPr>
              <a:t>(jke@scu.edu)</a:t>
            </a:r>
            <a:r>
              <a:rPr b="0" i="0" lang="en-US" sz="6000" u="none" cap="none" strike="noStrike">
                <a:solidFill>
                  <a:schemeClr val="lt1"/>
                </a:solidFill>
                <a:latin typeface="Times New Roman"/>
                <a:ea typeface="Times New Roman"/>
                <a:cs typeface="Times New Roman"/>
                <a:sym typeface="Times New Roman"/>
              </a:rPr>
              <a:t>, </a:t>
            </a:r>
            <a:r>
              <a:rPr lang="en-US" sz="6000">
                <a:solidFill>
                  <a:schemeClr val="lt1"/>
                </a:solidFill>
                <a:latin typeface="Times New Roman"/>
                <a:ea typeface="Times New Roman"/>
                <a:cs typeface="Times New Roman"/>
                <a:sym typeface="Times New Roman"/>
              </a:rPr>
              <a:t>Alexander Collins</a:t>
            </a:r>
            <a:r>
              <a:rPr b="0" i="0" lang="en-US" sz="4000" u="none" cap="none" strike="noStrike">
                <a:solidFill>
                  <a:schemeClr val="lt1"/>
                </a:solidFill>
                <a:latin typeface="Times New Roman"/>
                <a:ea typeface="Times New Roman"/>
                <a:cs typeface="Times New Roman"/>
                <a:sym typeface="Times New Roman"/>
              </a:rPr>
              <a:t>, </a:t>
            </a:r>
            <a:r>
              <a:rPr lang="en-US" sz="6000">
                <a:solidFill>
                  <a:schemeClr val="lt1"/>
                </a:solidFill>
                <a:latin typeface="Times New Roman"/>
                <a:ea typeface="Times New Roman"/>
                <a:cs typeface="Times New Roman"/>
                <a:sym typeface="Times New Roman"/>
              </a:rPr>
              <a:t>Ricky</a:t>
            </a:r>
            <a:r>
              <a:rPr b="0" i="0" lang="en-US" sz="6000" u="none" cap="none" strike="noStrike">
                <a:solidFill>
                  <a:schemeClr val="lt1"/>
                </a:solidFill>
                <a:latin typeface="Times New Roman"/>
                <a:ea typeface="Times New Roman"/>
                <a:cs typeface="Times New Roman"/>
                <a:sym typeface="Times New Roman"/>
              </a:rPr>
              <a:t> </a:t>
            </a:r>
            <a:r>
              <a:rPr lang="en-US" sz="6000">
                <a:solidFill>
                  <a:schemeClr val="lt1"/>
                </a:solidFill>
                <a:latin typeface="Times New Roman"/>
                <a:ea typeface="Times New Roman"/>
                <a:cs typeface="Times New Roman"/>
                <a:sym typeface="Times New Roman"/>
              </a:rPr>
              <a:t>Schober</a:t>
            </a:r>
            <a:r>
              <a:rPr b="0" i="0" lang="en-US" sz="6000" u="none" cap="none" strike="noStrike">
                <a:solidFill>
                  <a:schemeClr val="lt1"/>
                </a:solidFill>
                <a:latin typeface="Times New Roman"/>
                <a:ea typeface="Times New Roman"/>
                <a:cs typeface="Times New Roman"/>
                <a:sym typeface="Times New Roman"/>
              </a:rPr>
              <a:t>, </a:t>
            </a:r>
            <a:r>
              <a:rPr lang="en-US" sz="6000">
                <a:solidFill>
                  <a:schemeClr val="lt1"/>
                </a:solidFill>
                <a:latin typeface="Times New Roman"/>
                <a:ea typeface="Times New Roman"/>
                <a:cs typeface="Times New Roman"/>
                <a:sym typeface="Times New Roman"/>
              </a:rPr>
              <a:t>Kevin</a:t>
            </a:r>
            <a:r>
              <a:rPr b="0" i="0" lang="en-US" sz="6000" u="none" cap="none" strike="noStrike">
                <a:solidFill>
                  <a:schemeClr val="lt1"/>
                </a:solidFill>
                <a:latin typeface="Times New Roman"/>
                <a:ea typeface="Times New Roman"/>
                <a:cs typeface="Times New Roman"/>
                <a:sym typeface="Times New Roman"/>
              </a:rPr>
              <a:t> </a:t>
            </a:r>
            <a:r>
              <a:rPr lang="en-US" sz="6000">
                <a:solidFill>
                  <a:schemeClr val="lt1"/>
                </a:solidFill>
                <a:latin typeface="Times New Roman"/>
                <a:ea typeface="Times New Roman"/>
                <a:cs typeface="Times New Roman"/>
                <a:sym typeface="Times New Roman"/>
              </a:rPr>
              <a:t>Wang </a:t>
            </a:r>
            <a:r>
              <a:rPr b="1" i="0" lang="en-US" sz="6000" u="none" cap="none" strike="noStrike">
                <a:solidFill>
                  <a:schemeClr val="lt1"/>
                </a:solidFill>
                <a:latin typeface="Times New Roman"/>
                <a:ea typeface="Times New Roman"/>
                <a:cs typeface="Times New Roman"/>
                <a:sym typeface="Times New Roman"/>
              </a:rPr>
              <a:t>Advisors</a:t>
            </a:r>
            <a:r>
              <a:rPr b="0" i="0" lang="en-US" sz="6000" u="none" cap="none" strike="noStrike">
                <a:solidFill>
                  <a:schemeClr val="lt1"/>
                </a:solidFill>
                <a:latin typeface="Times New Roman"/>
                <a:ea typeface="Times New Roman"/>
                <a:cs typeface="Times New Roman"/>
                <a:sym typeface="Times New Roman"/>
              </a:rPr>
              <a:t>: Dr. Christopher Kitts, Dr. Michael Neumann</a:t>
            </a:r>
            <a:endParaRPr b="0" i="0" sz="6000" u="none" cap="none" strike="noStrike">
              <a:solidFill>
                <a:schemeClr val="dk1"/>
              </a:solidFill>
              <a:latin typeface="Times New Roman"/>
              <a:ea typeface="Times New Roman"/>
              <a:cs typeface="Times New Roman"/>
              <a:sym typeface="Times New Roman"/>
            </a:endParaRPr>
          </a:p>
        </p:txBody>
      </p:sp>
      <p:sp>
        <p:nvSpPr>
          <p:cNvPr id="96" name="Google Shape;96;g1fa778c9e43_0_0"/>
          <p:cNvSpPr/>
          <p:nvPr/>
        </p:nvSpPr>
        <p:spPr>
          <a:xfrm>
            <a:off x="473535" y="30455565"/>
            <a:ext cx="10484700" cy="22275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4650" lIns="89275" spcFirstLastPara="1" rIns="89275" wrap="square" tIns="44650">
            <a:noAutofit/>
          </a:bodyPr>
          <a:lstStyle/>
          <a:p>
            <a:pPr indent="0" lvl="0" marL="0" marR="0" rtl="0" algn="l">
              <a:lnSpc>
                <a:spcPct val="100000"/>
              </a:lnSpc>
              <a:spcBef>
                <a:spcPts val="0"/>
              </a:spcBef>
              <a:spcAft>
                <a:spcPts val="0"/>
              </a:spcAft>
              <a:buClr>
                <a:srgbClr val="000000"/>
              </a:buClr>
              <a:buSzPts val="2000"/>
              <a:buFont typeface="Arial"/>
              <a:buNone/>
            </a:pPr>
            <a:r>
              <a:rPr b="0" i="0" lang="en-US" sz="3000" u="none" cap="none" strike="noStrike">
                <a:solidFill>
                  <a:schemeClr val="dk1"/>
                </a:solidFill>
                <a:latin typeface="Times New Roman"/>
                <a:ea typeface="Times New Roman"/>
                <a:cs typeface="Times New Roman"/>
                <a:sym typeface="Times New Roman"/>
              </a:rPr>
              <a:t> SCU Robotics Systems Laboratory</a:t>
            </a:r>
            <a:endParaRPr b="0" i="0" sz="3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lang="en-US" sz="3000">
                <a:solidFill>
                  <a:schemeClr val="dk1"/>
                </a:solidFill>
                <a:latin typeface="Times New Roman"/>
                <a:ea typeface="Times New Roman"/>
                <a:cs typeface="Times New Roman"/>
                <a:sym typeface="Times New Roman"/>
              </a:rPr>
              <a:t>Thomas Heckman</a:t>
            </a:r>
            <a:endParaRPr sz="30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0" i="0" lang="en-US" sz="3000" u="none" cap="none" strike="noStrike">
                <a:solidFill>
                  <a:schemeClr val="dk1"/>
                </a:solidFill>
                <a:latin typeface="Times New Roman"/>
                <a:ea typeface="Times New Roman"/>
                <a:cs typeface="Times New Roman"/>
                <a:sym typeface="Times New Roman"/>
              </a:rPr>
              <a:t> SCU School of Engineering</a:t>
            </a:r>
            <a:endParaRPr b="0" i="0" sz="3000" u="none" cap="none" strike="noStrike">
              <a:solidFill>
                <a:schemeClr val="dk1"/>
              </a:solidFill>
              <a:latin typeface="Times New Roman"/>
              <a:ea typeface="Times New Roman"/>
              <a:cs typeface="Times New Roman"/>
              <a:sym typeface="Times New Roman"/>
            </a:endParaRPr>
          </a:p>
        </p:txBody>
      </p:sp>
      <p:sp>
        <p:nvSpPr>
          <p:cNvPr id="97" name="Google Shape;97;g1fa778c9e43_0_0"/>
          <p:cNvSpPr txBox="1"/>
          <p:nvPr/>
        </p:nvSpPr>
        <p:spPr>
          <a:xfrm>
            <a:off x="4247245" y="4980462"/>
            <a:ext cx="3660300" cy="1323600"/>
          </a:xfrm>
          <a:prstGeom prst="rect">
            <a:avLst/>
          </a:prstGeom>
          <a:noFill/>
          <a:ln>
            <a:noFill/>
          </a:ln>
        </p:spPr>
        <p:txBody>
          <a:bodyPr anchorCtr="0" anchor="t" bIns="44650" lIns="89275" spcFirstLastPara="1" rIns="89275" wrap="square" tIns="44650">
            <a:noAutofit/>
          </a:bodyPr>
          <a:lstStyle/>
          <a:p>
            <a:pPr indent="0" lvl="0" marL="0" marR="0" rtl="0" algn="l">
              <a:lnSpc>
                <a:spcPct val="100000"/>
              </a:lnSpc>
              <a:spcBef>
                <a:spcPts val="0"/>
              </a:spcBef>
              <a:spcAft>
                <a:spcPts val="0"/>
              </a:spcAft>
              <a:buClr>
                <a:srgbClr val="000000"/>
              </a:buClr>
              <a:buSzPts val="7900"/>
              <a:buFont typeface="Arial"/>
              <a:buNone/>
            </a:pPr>
            <a:r>
              <a:rPr b="0" i="0" lang="en-US" sz="7900" u="none" cap="none" strike="noStrike">
                <a:solidFill>
                  <a:schemeClr val="dk1"/>
                </a:solidFill>
                <a:latin typeface="Times New Roman"/>
                <a:ea typeface="Times New Roman"/>
                <a:cs typeface="Times New Roman"/>
                <a:sym typeface="Times New Roman"/>
              </a:rPr>
              <a:t>Abstract</a:t>
            </a:r>
            <a:endParaRPr b="0" i="0" sz="7900" u="none" cap="none" strike="noStrike">
              <a:solidFill>
                <a:schemeClr val="dk1"/>
              </a:solidFill>
              <a:latin typeface="Times New Roman"/>
              <a:ea typeface="Times New Roman"/>
              <a:cs typeface="Times New Roman"/>
              <a:sym typeface="Times New Roman"/>
            </a:endParaRPr>
          </a:p>
        </p:txBody>
      </p:sp>
      <p:pic>
        <p:nvPicPr>
          <p:cNvPr id="98" name="Google Shape;98;g1fa778c9e43_0_0"/>
          <p:cNvPicPr preferRelativeResize="0"/>
          <p:nvPr/>
        </p:nvPicPr>
        <p:blipFill rotWithShape="1">
          <a:blip r:embed="rId4">
            <a:alphaModFix/>
          </a:blip>
          <a:srcRect b="0" l="0" r="0" t="0"/>
          <a:stretch/>
        </p:blipFill>
        <p:spPr>
          <a:xfrm>
            <a:off x="498300" y="457200"/>
            <a:ext cx="1703700" cy="1703700"/>
          </a:xfrm>
          <a:prstGeom prst="ellipse">
            <a:avLst/>
          </a:prstGeom>
          <a:noFill/>
          <a:ln>
            <a:noFill/>
          </a:ln>
        </p:spPr>
      </p:pic>
      <p:sp>
        <p:nvSpPr>
          <p:cNvPr id="99" name="Google Shape;99;g1fa778c9e43_0_0"/>
          <p:cNvSpPr txBox="1"/>
          <p:nvPr/>
        </p:nvSpPr>
        <p:spPr>
          <a:xfrm>
            <a:off x="445200" y="5019120"/>
            <a:ext cx="10507500" cy="1323600"/>
          </a:xfrm>
          <a:prstGeom prst="rect">
            <a:avLst/>
          </a:prstGeom>
          <a:solidFill>
            <a:srgbClr val="B40135"/>
          </a:solidFill>
          <a:ln>
            <a:noFill/>
          </a:ln>
        </p:spPr>
        <p:txBody>
          <a:bodyPr anchorCtr="0" anchor="t" bIns="44650" lIns="89275" spcFirstLastPara="1" rIns="89275" wrap="square" tIns="44650">
            <a:noAutofit/>
          </a:bodyPr>
          <a:lstStyle/>
          <a:p>
            <a:pPr indent="0" lvl="0" marL="0" marR="0" rtl="0" algn="ctr">
              <a:lnSpc>
                <a:spcPct val="100000"/>
              </a:lnSpc>
              <a:spcBef>
                <a:spcPts val="0"/>
              </a:spcBef>
              <a:spcAft>
                <a:spcPts val="0"/>
              </a:spcAft>
              <a:buClr>
                <a:srgbClr val="000000"/>
              </a:buClr>
              <a:buSzPts val="7900"/>
              <a:buFont typeface="Arial"/>
              <a:buNone/>
            </a:pPr>
            <a:r>
              <a:rPr b="0" i="0" lang="en-US" sz="7400" u="none" cap="none" strike="noStrike">
                <a:solidFill>
                  <a:schemeClr val="lt1"/>
                </a:solidFill>
                <a:latin typeface="Times New Roman"/>
                <a:ea typeface="Times New Roman"/>
                <a:cs typeface="Times New Roman"/>
                <a:sym typeface="Times New Roman"/>
              </a:rPr>
              <a:t>Abstract</a:t>
            </a:r>
            <a:endParaRPr b="0" i="0" sz="7400" u="none" cap="none" strike="noStrike">
              <a:solidFill>
                <a:schemeClr val="lt1"/>
              </a:solidFill>
              <a:latin typeface="Times New Roman"/>
              <a:ea typeface="Times New Roman"/>
              <a:cs typeface="Times New Roman"/>
              <a:sym typeface="Times New Roman"/>
            </a:endParaRPr>
          </a:p>
        </p:txBody>
      </p:sp>
      <p:sp>
        <p:nvSpPr>
          <p:cNvPr id="100" name="Google Shape;100;g1fa778c9e43_0_0"/>
          <p:cNvSpPr txBox="1"/>
          <p:nvPr/>
        </p:nvSpPr>
        <p:spPr>
          <a:xfrm>
            <a:off x="11343875" y="10126300"/>
            <a:ext cx="20576400" cy="1323600"/>
          </a:xfrm>
          <a:prstGeom prst="rect">
            <a:avLst/>
          </a:prstGeom>
          <a:solidFill>
            <a:srgbClr val="B40135"/>
          </a:solidFill>
          <a:ln>
            <a:noFill/>
          </a:ln>
        </p:spPr>
        <p:txBody>
          <a:bodyPr anchorCtr="0" anchor="t" bIns="44650" lIns="89275" spcFirstLastPara="1" rIns="89275" wrap="square" tIns="44650">
            <a:noAutofit/>
          </a:bodyPr>
          <a:lstStyle/>
          <a:p>
            <a:pPr indent="0" lvl="0" marL="0" marR="0" rtl="0" algn="ctr">
              <a:lnSpc>
                <a:spcPct val="100000"/>
              </a:lnSpc>
              <a:spcBef>
                <a:spcPts val="0"/>
              </a:spcBef>
              <a:spcAft>
                <a:spcPts val="0"/>
              </a:spcAft>
              <a:buClr>
                <a:srgbClr val="000000"/>
              </a:buClr>
              <a:buSzPts val="7900"/>
              <a:buFont typeface="Arial"/>
              <a:buNone/>
            </a:pPr>
            <a:r>
              <a:rPr lang="en-US" sz="7400">
                <a:solidFill>
                  <a:schemeClr val="lt1"/>
                </a:solidFill>
                <a:latin typeface="Times New Roman"/>
                <a:ea typeface="Times New Roman"/>
                <a:cs typeface="Times New Roman"/>
                <a:sym typeface="Times New Roman"/>
              </a:rPr>
              <a:t>State-Machine</a:t>
            </a:r>
            <a:endParaRPr b="0" i="0" sz="7400" u="none" cap="none" strike="noStrike">
              <a:solidFill>
                <a:schemeClr val="lt1"/>
              </a:solidFill>
              <a:latin typeface="Times New Roman"/>
              <a:ea typeface="Times New Roman"/>
              <a:cs typeface="Times New Roman"/>
              <a:sym typeface="Times New Roman"/>
            </a:endParaRPr>
          </a:p>
        </p:txBody>
      </p:sp>
      <p:sp>
        <p:nvSpPr>
          <p:cNvPr id="101" name="Google Shape;101;g1fa778c9e43_0_0"/>
          <p:cNvSpPr txBox="1"/>
          <p:nvPr/>
        </p:nvSpPr>
        <p:spPr>
          <a:xfrm>
            <a:off x="32158675" y="5019125"/>
            <a:ext cx="11313000" cy="1323600"/>
          </a:xfrm>
          <a:prstGeom prst="rect">
            <a:avLst/>
          </a:prstGeom>
          <a:solidFill>
            <a:srgbClr val="B40135"/>
          </a:solidFill>
          <a:ln>
            <a:noFill/>
          </a:ln>
        </p:spPr>
        <p:txBody>
          <a:bodyPr anchorCtr="0" anchor="t" bIns="44650" lIns="89275" spcFirstLastPara="1" rIns="89275" wrap="square" tIns="44650">
            <a:noAutofit/>
          </a:bodyPr>
          <a:lstStyle/>
          <a:p>
            <a:pPr indent="0" lvl="0" marL="0" marR="0" rtl="0" algn="ctr">
              <a:lnSpc>
                <a:spcPct val="100000"/>
              </a:lnSpc>
              <a:spcBef>
                <a:spcPts val="0"/>
              </a:spcBef>
              <a:spcAft>
                <a:spcPts val="0"/>
              </a:spcAft>
              <a:buClr>
                <a:srgbClr val="000000"/>
              </a:buClr>
              <a:buSzPts val="7900"/>
              <a:buFont typeface="Arial"/>
              <a:buNone/>
            </a:pPr>
            <a:r>
              <a:rPr lang="en-US" sz="7400">
                <a:solidFill>
                  <a:schemeClr val="lt1"/>
                </a:solidFill>
                <a:latin typeface="Times New Roman"/>
                <a:ea typeface="Times New Roman"/>
                <a:cs typeface="Times New Roman"/>
                <a:sym typeface="Times New Roman"/>
              </a:rPr>
              <a:t>Vehicle Design</a:t>
            </a:r>
            <a:endParaRPr b="0" i="0" sz="7400" u="none" cap="none" strike="noStrike">
              <a:solidFill>
                <a:schemeClr val="lt1"/>
              </a:solidFill>
              <a:latin typeface="Times New Roman"/>
              <a:ea typeface="Times New Roman"/>
              <a:cs typeface="Times New Roman"/>
              <a:sym typeface="Times New Roman"/>
            </a:endParaRPr>
          </a:p>
        </p:txBody>
      </p:sp>
      <p:sp>
        <p:nvSpPr>
          <p:cNvPr id="102" name="Google Shape;102;g1fa778c9e43_0_0"/>
          <p:cNvSpPr txBox="1"/>
          <p:nvPr/>
        </p:nvSpPr>
        <p:spPr>
          <a:xfrm>
            <a:off x="11434375" y="24041250"/>
            <a:ext cx="20505600" cy="1323600"/>
          </a:xfrm>
          <a:prstGeom prst="rect">
            <a:avLst/>
          </a:prstGeom>
          <a:solidFill>
            <a:srgbClr val="B40135"/>
          </a:solidFill>
          <a:ln>
            <a:noFill/>
          </a:ln>
        </p:spPr>
        <p:txBody>
          <a:bodyPr anchorCtr="0" anchor="t" bIns="44650" lIns="89275" spcFirstLastPara="1" rIns="89275" wrap="square" tIns="44650">
            <a:noAutofit/>
          </a:bodyPr>
          <a:lstStyle/>
          <a:p>
            <a:pPr indent="0" lvl="0" marL="0" marR="0" rtl="0" algn="ctr">
              <a:lnSpc>
                <a:spcPct val="100000"/>
              </a:lnSpc>
              <a:spcBef>
                <a:spcPts val="0"/>
              </a:spcBef>
              <a:spcAft>
                <a:spcPts val="0"/>
              </a:spcAft>
              <a:buClr>
                <a:srgbClr val="000000"/>
              </a:buClr>
              <a:buSzPts val="7900"/>
              <a:buFont typeface="Arial"/>
              <a:buNone/>
            </a:pPr>
            <a:r>
              <a:rPr lang="en-US" sz="7400">
                <a:solidFill>
                  <a:schemeClr val="lt1"/>
                </a:solidFill>
                <a:latin typeface="Times New Roman"/>
                <a:ea typeface="Times New Roman"/>
                <a:cs typeface="Times New Roman"/>
                <a:sym typeface="Times New Roman"/>
              </a:rPr>
              <a:t>Initial Simulated</a:t>
            </a:r>
            <a:r>
              <a:rPr b="0" i="0" lang="en-US" sz="7400" u="none" cap="none" strike="noStrike">
                <a:solidFill>
                  <a:schemeClr val="lt1"/>
                </a:solidFill>
                <a:latin typeface="Times New Roman"/>
                <a:ea typeface="Times New Roman"/>
                <a:cs typeface="Times New Roman"/>
                <a:sym typeface="Times New Roman"/>
              </a:rPr>
              <a:t> </a:t>
            </a:r>
            <a:r>
              <a:rPr lang="en-US" sz="7400">
                <a:solidFill>
                  <a:schemeClr val="lt1"/>
                </a:solidFill>
                <a:latin typeface="Times New Roman"/>
                <a:ea typeface="Times New Roman"/>
                <a:cs typeface="Times New Roman"/>
                <a:sym typeface="Times New Roman"/>
              </a:rPr>
              <a:t>Trials</a:t>
            </a:r>
            <a:endParaRPr b="0" i="0" sz="7400" u="none" cap="none" strike="noStrike">
              <a:solidFill>
                <a:schemeClr val="lt1"/>
              </a:solidFill>
              <a:latin typeface="Times New Roman"/>
              <a:ea typeface="Times New Roman"/>
              <a:cs typeface="Times New Roman"/>
              <a:sym typeface="Times New Roman"/>
            </a:endParaRPr>
          </a:p>
        </p:txBody>
      </p:sp>
      <p:sp>
        <p:nvSpPr>
          <p:cNvPr id="103" name="Google Shape;103;g1fa778c9e43_0_0"/>
          <p:cNvSpPr txBox="1"/>
          <p:nvPr/>
        </p:nvSpPr>
        <p:spPr>
          <a:xfrm>
            <a:off x="438594" y="29062488"/>
            <a:ext cx="10520700" cy="1323600"/>
          </a:xfrm>
          <a:prstGeom prst="rect">
            <a:avLst/>
          </a:prstGeom>
          <a:solidFill>
            <a:srgbClr val="B40135"/>
          </a:solidFill>
          <a:ln>
            <a:noFill/>
          </a:ln>
        </p:spPr>
        <p:txBody>
          <a:bodyPr anchorCtr="0" anchor="t" bIns="44650" lIns="89275" spcFirstLastPara="1" rIns="89275" wrap="square" tIns="44650">
            <a:noAutofit/>
          </a:bodyPr>
          <a:lstStyle/>
          <a:p>
            <a:pPr indent="0" lvl="0" marL="0" marR="0" rtl="0" algn="ctr">
              <a:lnSpc>
                <a:spcPct val="100000"/>
              </a:lnSpc>
              <a:spcBef>
                <a:spcPts val="0"/>
              </a:spcBef>
              <a:spcAft>
                <a:spcPts val="0"/>
              </a:spcAft>
              <a:buClr>
                <a:srgbClr val="000000"/>
              </a:buClr>
              <a:buSzPts val="7900"/>
              <a:buFont typeface="Arial"/>
              <a:buNone/>
            </a:pPr>
            <a:r>
              <a:rPr b="0" i="0" lang="en-US" sz="7400" u="none" cap="none" strike="noStrike">
                <a:solidFill>
                  <a:schemeClr val="lt1"/>
                </a:solidFill>
                <a:latin typeface="Times New Roman"/>
                <a:ea typeface="Times New Roman"/>
                <a:cs typeface="Times New Roman"/>
                <a:sym typeface="Times New Roman"/>
                <a:extLst>
                  <a:ext uri="http://customooxmlschemas.google.com/">
                    <go:slidesCustomData xmlns:go="http://customooxmlschemas.google.com/" textRoundtripDataId="0"/>
                  </a:ext>
                </a:extLst>
              </a:rPr>
              <a:t>Acknowledgements</a:t>
            </a:r>
            <a:endParaRPr b="0" i="0" sz="7400" u="none" cap="none" strike="noStrike">
              <a:solidFill>
                <a:schemeClr val="lt1"/>
              </a:solidFill>
              <a:latin typeface="Times New Roman"/>
              <a:ea typeface="Times New Roman"/>
              <a:cs typeface="Times New Roman"/>
              <a:sym typeface="Times New Roman"/>
            </a:endParaRPr>
          </a:p>
        </p:txBody>
      </p:sp>
      <p:sp>
        <p:nvSpPr>
          <p:cNvPr id="104" name="Google Shape;104;g1fa778c9e43_0_0"/>
          <p:cNvSpPr txBox="1"/>
          <p:nvPr/>
        </p:nvSpPr>
        <p:spPr>
          <a:xfrm>
            <a:off x="33116800" y="28081000"/>
            <a:ext cx="9765900" cy="4425300"/>
          </a:xfrm>
          <a:prstGeom prst="rect">
            <a:avLst/>
          </a:prstGeom>
          <a:noFill/>
          <a:ln>
            <a:noFill/>
          </a:ln>
        </p:spPr>
        <p:txBody>
          <a:bodyPr anchorCtr="0" anchor="t" bIns="44650" lIns="89275" spcFirstLastPara="1" rIns="89275" wrap="square" tIns="44650">
            <a:noAutofit/>
          </a:bodyPr>
          <a:lstStyle/>
          <a:p>
            <a:pPr indent="-381000" lvl="0" marL="69850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Times New Roman"/>
              <a:ea typeface="Times New Roman"/>
              <a:cs typeface="Times New Roman"/>
              <a:sym typeface="Times New Roman"/>
            </a:endParaRPr>
          </a:p>
          <a:p>
            <a:pPr indent="-381000" lvl="0" marL="698500" marR="0" rtl="0" algn="l">
              <a:lnSpc>
                <a:spcPct val="100000"/>
              </a:lnSpc>
              <a:spcBef>
                <a:spcPts val="0"/>
              </a:spcBef>
              <a:spcAft>
                <a:spcPts val="0"/>
              </a:spcAft>
              <a:buClr>
                <a:srgbClr val="000000"/>
              </a:buClr>
              <a:buSzPts val="4500"/>
              <a:buFont typeface="Arial"/>
              <a:buNone/>
            </a:pPr>
            <a:r>
              <a:t/>
            </a:r>
            <a:endParaRPr b="0" i="0" sz="4500" u="none" cap="none" strike="noStrike">
              <a:solidFill>
                <a:srgbClr val="000000"/>
              </a:solidFill>
              <a:latin typeface="Times New Roman"/>
              <a:ea typeface="Times New Roman"/>
              <a:cs typeface="Times New Roman"/>
              <a:sym typeface="Times New Roman"/>
            </a:endParaRPr>
          </a:p>
        </p:txBody>
      </p:sp>
      <p:sp>
        <p:nvSpPr>
          <p:cNvPr id="105" name="Google Shape;105;g1fa778c9e43_0_0"/>
          <p:cNvSpPr txBox="1"/>
          <p:nvPr/>
        </p:nvSpPr>
        <p:spPr>
          <a:xfrm>
            <a:off x="11438350" y="5019050"/>
            <a:ext cx="20505600" cy="1323600"/>
          </a:xfrm>
          <a:prstGeom prst="rect">
            <a:avLst/>
          </a:prstGeom>
          <a:solidFill>
            <a:srgbClr val="B40135"/>
          </a:solidFill>
          <a:ln>
            <a:noFill/>
          </a:ln>
        </p:spPr>
        <p:txBody>
          <a:bodyPr anchorCtr="0" anchor="t" bIns="44650" lIns="89275" spcFirstLastPara="1" rIns="89275" wrap="square" tIns="44650">
            <a:noAutofit/>
          </a:bodyPr>
          <a:lstStyle/>
          <a:p>
            <a:pPr indent="0" lvl="0" marL="0" marR="0" rtl="0" algn="ctr">
              <a:lnSpc>
                <a:spcPct val="100000"/>
              </a:lnSpc>
              <a:spcBef>
                <a:spcPts val="0"/>
              </a:spcBef>
              <a:spcAft>
                <a:spcPts val="0"/>
              </a:spcAft>
              <a:buClr>
                <a:srgbClr val="000000"/>
              </a:buClr>
              <a:buSzPts val="7900"/>
              <a:buFont typeface="Arial"/>
              <a:buNone/>
            </a:pPr>
            <a:r>
              <a:rPr b="0" i="0" lang="en-US" sz="7400" u="none" cap="none" strike="noStrike">
                <a:solidFill>
                  <a:schemeClr val="lt1"/>
                </a:solidFill>
                <a:latin typeface="Times New Roman"/>
                <a:ea typeface="Times New Roman"/>
                <a:cs typeface="Times New Roman"/>
                <a:sym typeface="Times New Roman"/>
              </a:rPr>
              <a:t>Background </a:t>
            </a:r>
            <a:endParaRPr b="0" i="0" sz="7400" u="none" cap="none" strike="noStrike">
              <a:solidFill>
                <a:schemeClr val="lt1"/>
              </a:solidFill>
              <a:latin typeface="Times New Roman"/>
              <a:ea typeface="Times New Roman"/>
              <a:cs typeface="Times New Roman"/>
              <a:sym typeface="Times New Roman"/>
            </a:endParaRPr>
          </a:p>
        </p:txBody>
      </p:sp>
      <p:sp>
        <p:nvSpPr>
          <p:cNvPr id="106" name="Google Shape;106;g1fa778c9e43_0_0"/>
          <p:cNvSpPr txBox="1"/>
          <p:nvPr/>
        </p:nvSpPr>
        <p:spPr>
          <a:xfrm>
            <a:off x="615000" y="6495840"/>
            <a:ext cx="10264500" cy="8584500"/>
          </a:xfrm>
          <a:prstGeom prst="rect">
            <a:avLst/>
          </a:prstGeom>
          <a:noFill/>
          <a:ln>
            <a:noFill/>
          </a:ln>
        </p:spPr>
        <p:txBody>
          <a:bodyPr anchorCtr="0" anchor="t" bIns="89275" lIns="89275" spcFirstLastPara="1" rIns="89275" wrap="square" tIns="89275">
            <a:spAutoFit/>
          </a:bodyPr>
          <a:lstStyle/>
          <a:p>
            <a:pPr indent="0" lvl="0" marL="0" marR="0" rtl="0" algn="just">
              <a:lnSpc>
                <a:spcPct val="115000"/>
              </a:lnSpc>
              <a:spcBef>
                <a:spcPts val="0"/>
              </a:spcBef>
              <a:spcAft>
                <a:spcPts val="0"/>
              </a:spcAft>
              <a:buClr>
                <a:schemeClr val="dk1"/>
              </a:buClr>
              <a:buSzPts val="1000"/>
              <a:buFont typeface="Arial"/>
              <a:buNone/>
            </a:pPr>
            <a:r>
              <a:rPr lang="en-US" sz="4000">
                <a:solidFill>
                  <a:schemeClr val="dk1"/>
                </a:solidFill>
                <a:latin typeface="Times New Roman"/>
                <a:ea typeface="Times New Roman"/>
                <a:cs typeface="Times New Roman"/>
                <a:sym typeface="Times New Roman"/>
              </a:rPr>
              <a:t>We present a novel control law and robotic vehicle that autonomously pinpoints and navigates to aquatic scalar-field extremums using </a:t>
            </a:r>
            <a:r>
              <a:rPr i="1" lang="en-US" sz="4000">
                <a:solidFill>
                  <a:schemeClr val="dk1"/>
                </a:solidFill>
                <a:latin typeface="Times New Roman"/>
                <a:ea typeface="Times New Roman"/>
                <a:cs typeface="Times New Roman"/>
                <a:sym typeface="Times New Roman"/>
              </a:rPr>
              <a:t>multi-robot scalar field adaptive navigation</a:t>
            </a:r>
            <a:r>
              <a:rPr lang="en-US" sz="4000">
                <a:solidFill>
                  <a:schemeClr val="dk1"/>
                </a:solidFill>
                <a:latin typeface="Times New Roman"/>
                <a:ea typeface="Times New Roman"/>
                <a:cs typeface="Times New Roman"/>
                <a:sym typeface="Times New Roman"/>
              </a:rPr>
              <a:t> (SFAN). We expand the Robotic Systems Lab existing corpus on this subject by developing a variant of multi-robot SFAN that uses sensor measurements taken at discrete time-steps. Real-world sensors, especially aquatic ones, often require time between measurements, preventing </a:t>
            </a:r>
            <a:r>
              <a:rPr lang="en-US" sz="4000">
                <a:solidFill>
                  <a:schemeClr val="dk1"/>
                </a:solidFill>
                <a:latin typeface="Times New Roman"/>
                <a:ea typeface="Times New Roman"/>
                <a:cs typeface="Times New Roman"/>
                <a:sym typeface="Times New Roman"/>
              </a:rPr>
              <a:t>continuous</a:t>
            </a:r>
            <a:r>
              <a:rPr lang="en-US" sz="4000">
                <a:solidFill>
                  <a:schemeClr val="dk1"/>
                </a:solidFill>
                <a:latin typeface="Times New Roman"/>
                <a:ea typeface="Times New Roman"/>
                <a:cs typeface="Times New Roman"/>
                <a:sym typeface="Times New Roman"/>
              </a:rPr>
              <a:t>, rapid-fire sampling of the environment.</a:t>
            </a:r>
            <a:endParaRPr sz="4000">
              <a:solidFill>
                <a:schemeClr val="dk1"/>
              </a:solidFill>
              <a:latin typeface="Times New Roman"/>
              <a:ea typeface="Times New Roman"/>
              <a:cs typeface="Times New Roman"/>
              <a:sym typeface="Times New Roman"/>
            </a:endParaRPr>
          </a:p>
        </p:txBody>
      </p:sp>
      <p:sp>
        <p:nvSpPr>
          <p:cNvPr id="107" name="Google Shape;107;g1fa778c9e43_0_0"/>
          <p:cNvSpPr txBox="1"/>
          <p:nvPr/>
        </p:nvSpPr>
        <p:spPr>
          <a:xfrm>
            <a:off x="32415050" y="26365150"/>
            <a:ext cx="10997700" cy="6149400"/>
          </a:xfrm>
          <a:prstGeom prst="rect">
            <a:avLst/>
          </a:prstGeom>
          <a:noFill/>
          <a:ln cap="flat" cmpd="sng" w="9525">
            <a:solidFill>
              <a:schemeClr val="dk1"/>
            </a:solidFill>
            <a:prstDash val="solid"/>
            <a:round/>
            <a:headEnd len="sm" w="sm" type="none"/>
            <a:tailEnd len="sm" w="sm" type="none"/>
          </a:ln>
        </p:spPr>
        <p:txBody>
          <a:bodyPr anchorCtr="0" anchor="t" bIns="453475" lIns="453475" spcFirstLastPara="1" rIns="453475" wrap="square" tIns="453475">
            <a:spAutoFit/>
          </a:bodyPr>
          <a:lstStyle/>
          <a:p>
            <a:pPr indent="-482600" lvl="0" marL="457200" rtl="0" algn="l">
              <a:lnSpc>
                <a:spcPct val="150000"/>
              </a:lnSpc>
              <a:spcBef>
                <a:spcPts val="0"/>
              </a:spcBef>
              <a:spcAft>
                <a:spcPts val="0"/>
              </a:spcAft>
              <a:buClr>
                <a:schemeClr val="dk1"/>
              </a:buClr>
              <a:buSzPts val="4000"/>
              <a:buFont typeface="Times New Roman"/>
              <a:buChar char="●"/>
            </a:pPr>
            <a:r>
              <a:rPr lang="en-US" sz="4000">
                <a:solidFill>
                  <a:schemeClr val="dk1"/>
                </a:solidFill>
                <a:latin typeface="Times New Roman"/>
                <a:ea typeface="Times New Roman"/>
                <a:cs typeface="Times New Roman"/>
                <a:sym typeface="Times New Roman"/>
              </a:rPr>
              <a:t>Pinpointing </a:t>
            </a:r>
            <a:r>
              <a:rPr i="1" lang="en-US" sz="4000">
                <a:solidFill>
                  <a:schemeClr val="dk1"/>
                </a:solidFill>
                <a:latin typeface="Times New Roman"/>
                <a:ea typeface="Times New Roman"/>
                <a:cs typeface="Times New Roman"/>
                <a:sym typeface="Times New Roman"/>
              </a:rPr>
              <a:t>additional</a:t>
            </a:r>
            <a:r>
              <a:rPr lang="en-US" sz="4000">
                <a:solidFill>
                  <a:schemeClr val="dk1"/>
                </a:solidFill>
                <a:latin typeface="Times New Roman"/>
                <a:ea typeface="Times New Roman"/>
                <a:cs typeface="Times New Roman"/>
                <a:sym typeface="Times New Roman"/>
              </a:rPr>
              <a:t> scalar-field features:</a:t>
            </a:r>
            <a:endParaRPr sz="4000">
              <a:solidFill>
                <a:schemeClr val="dk1"/>
              </a:solidFill>
              <a:latin typeface="Times New Roman"/>
              <a:ea typeface="Times New Roman"/>
              <a:cs typeface="Times New Roman"/>
              <a:sym typeface="Times New Roman"/>
            </a:endParaRPr>
          </a:p>
          <a:p>
            <a:pPr indent="-482600" lvl="1" marL="914400" marR="0" rtl="0" algn="l">
              <a:lnSpc>
                <a:spcPct val="150000"/>
              </a:lnSpc>
              <a:spcBef>
                <a:spcPts val="0"/>
              </a:spcBef>
              <a:spcAft>
                <a:spcPts val="0"/>
              </a:spcAft>
              <a:buClr>
                <a:schemeClr val="dk1"/>
              </a:buClr>
              <a:buSzPts val="4000"/>
              <a:buFont typeface="Times New Roman"/>
              <a:buChar char="○"/>
            </a:pPr>
            <a:r>
              <a:rPr lang="en-US" sz="4000">
                <a:solidFill>
                  <a:schemeClr val="dk1"/>
                </a:solidFill>
                <a:latin typeface="Times New Roman"/>
                <a:ea typeface="Times New Roman"/>
                <a:cs typeface="Times New Roman"/>
                <a:sym typeface="Times New Roman"/>
              </a:rPr>
              <a:t>Saddle-points</a:t>
            </a:r>
            <a:endParaRPr sz="4000">
              <a:solidFill>
                <a:schemeClr val="dk1"/>
              </a:solidFill>
              <a:latin typeface="Times New Roman"/>
              <a:ea typeface="Times New Roman"/>
              <a:cs typeface="Times New Roman"/>
              <a:sym typeface="Times New Roman"/>
            </a:endParaRPr>
          </a:p>
          <a:p>
            <a:pPr indent="-482600" lvl="1" marL="914400" marR="0" rtl="0" algn="l">
              <a:lnSpc>
                <a:spcPct val="150000"/>
              </a:lnSpc>
              <a:spcBef>
                <a:spcPts val="0"/>
              </a:spcBef>
              <a:spcAft>
                <a:spcPts val="0"/>
              </a:spcAft>
              <a:buClr>
                <a:schemeClr val="dk1"/>
              </a:buClr>
              <a:buSzPts val="4000"/>
              <a:buFont typeface="Times New Roman"/>
              <a:buChar char="○"/>
            </a:pPr>
            <a:r>
              <a:rPr lang="en-US" sz="4000">
                <a:solidFill>
                  <a:schemeClr val="dk1"/>
                </a:solidFill>
                <a:latin typeface="Times New Roman"/>
                <a:ea typeface="Times New Roman"/>
                <a:cs typeface="Times New Roman"/>
                <a:sym typeface="Times New Roman"/>
              </a:rPr>
              <a:t>Ridges</a:t>
            </a:r>
            <a:endParaRPr sz="4000">
              <a:solidFill>
                <a:schemeClr val="dk1"/>
              </a:solidFill>
              <a:latin typeface="Times New Roman"/>
              <a:ea typeface="Times New Roman"/>
              <a:cs typeface="Times New Roman"/>
              <a:sym typeface="Times New Roman"/>
            </a:endParaRPr>
          </a:p>
          <a:p>
            <a:pPr indent="-482600" lvl="1" marL="914400" marR="0" rtl="0" algn="l">
              <a:lnSpc>
                <a:spcPct val="150000"/>
              </a:lnSpc>
              <a:spcBef>
                <a:spcPts val="0"/>
              </a:spcBef>
              <a:spcAft>
                <a:spcPts val="0"/>
              </a:spcAft>
              <a:buClr>
                <a:schemeClr val="dk1"/>
              </a:buClr>
              <a:buSzPts val="4000"/>
              <a:buFont typeface="Times New Roman"/>
              <a:buChar char="○"/>
            </a:pPr>
            <a:r>
              <a:rPr lang="en-US" sz="4000">
                <a:solidFill>
                  <a:schemeClr val="dk1"/>
                </a:solidFill>
                <a:latin typeface="Times New Roman"/>
                <a:ea typeface="Times New Roman"/>
                <a:cs typeface="Times New Roman"/>
                <a:sym typeface="Times New Roman"/>
              </a:rPr>
              <a:t>Trenches</a:t>
            </a:r>
            <a:endParaRPr sz="4000">
              <a:solidFill>
                <a:schemeClr val="dk1"/>
              </a:solidFill>
              <a:latin typeface="Times New Roman"/>
              <a:ea typeface="Times New Roman"/>
              <a:cs typeface="Times New Roman"/>
              <a:sym typeface="Times New Roman"/>
            </a:endParaRPr>
          </a:p>
          <a:p>
            <a:pPr indent="-482600" lvl="1" marL="914400" marR="0" rtl="0" algn="l">
              <a:lnSpc>
                <a:spcPct val="150000"/>
              </a:lnSpc>
              <a:spcBef>
                <a:spcPts val="0"/>
              </a:spcBef>
              <a:spcAft>
                <a:spcPts val="0"/>
              </a:spcAft>
              <a:buClr>
                <a:schemeClr val="dk1"/>
              </a:buClr>
              <a:buSzPts val="4000"/>
              <a:buFont typeface="Times New Roman"/>
              <a:buChar char="○"/>
            </a:pPr>
            <a:r>
              <a:rPr lang="en-US" sz="4000">
                <a:solidFill>
                  <a:schemeClr val="dk1"/>
                </a:solidFill>
                <a:latin typeface="Times New Roman"/>
                <a:ea typeface="Times New Roman"/>
                <a:cs typeface="Times New Roman"/>
                <a:sym typeface="Times New Roman"/>
              </a:rPr>
              <a:t>Contours</a:t>
            </a:r>
            <a:endParaRPr sz="4000">
              <a:solidFill>
                <a:schemeClr val="dk1"/>
              </a:solidFill>
              <a:latin typeface="Times New Roman"/>
              <a:ea typeface="Times New Roman"/>
              <a:cs typeface="Times New Roman"/>
              <a:sym typeface="Times New Roman"/>
            </a:endParaRPr>
          </a:p>
          <a:p>
            <a:pPr indent="-482600" lvl="0" marL="457200" marR="0" rtl="0" algn="l">
              <a:lnSpc>
                <a:spcPct val="150000"/>
              </a:lnSpc>
              <a:spcBef>
                <a:spcPts val="0"/>
              </a:spcBef>
              <a:spcAft>
                <a:spcPts val="0"/>
              </a:spcAft>
              <a:buClr>
                <a:schemeClr val="dk1"/>
              </a:buClr>
              <a:buSzPts val="4000"/>
              <a:buFont typeface="Times New Roman"/>
              <a:buChar char="●"/>
            </a:pPr>
            <a:r>
              <a:rPr lang="en-US" sz="4000">
                <a:solidFill>
                  <a:schemeClr val="dk1"/>
                </a:solidFill>
                <a:latin typeface="Times New Roman"/>
                <a:ea typeface="Times New Roman"/>
                <a:cs typeface="Times New Roman"/>
                <a:sym typeface="Times New Roman"/>
              </a:rPr>
              <a:t>Internal battery-charging</a:t>
            </a:r>
            <a:endParaRPr sz="4000">
              <a:solidFill>
                <a:schemeClr val="dk1"/>
              </a:solidFill>
              <a:latin typeface="Times New Roman"/>
              <a:ea typeface="Times New Roman"/>
              <a:cs typeface="Times New Roman"/>
              <a:sym typeface="Times New Roman"/>
            </a:endParaRPr>
          </a:p>
        </p:txBody>
      </p:sp>
      <p:sp>
        <p:nvSpPr>
          <p:cNvPr id="108" name="Google Shape;108;g1fa778c9e43_0_0"/>
          <p:cNvSpPr txBox="1"/>
          <p:nvPr/>
        </p:nvSpPr>
        <p:spPr>
          <a:xfrm>
            <a:off x="32256550" y="24852575"/>
            <a:ext cx="11414700" cy="1323600"/>
          </a:xfrm>
          <a:prstGeom prst="rect">
            <a:avLst/>
          </a:prstGeom>
          <a:solidFill>
            <a:srgbClr val="B40135"/>
          </a:solidFill>
          <a:ln>
            <a:noFill/>
          </a:ln>
        </p:spPr>
        <p:txBody>
          <a:bodyPr anchorCtr="0" anchor="t" bIns="44650" lIns="89275" spcFirstLastPara="1" rIns="89275" wrap="square" tIns="44650">
            <a:noAutofit/>
          </a:bodyPr>
          <a:lstStyle/>
          <a:p>
            <a:pPr indent="0" lvl="0" marL="0" marR="0" rtl="0" algn="ctr">
              <a:lnSpc>
                <a:spcPct val="100000"/>
              </a:lnSpc>
              <a:spcBef>
                <a:spcPts val="0"/>
              </a:spcBef>
              <a:spcAft>
                <a:spcPts val="0"/>
              </a:spcAft>
              <a:buClr>
                <a:srgbClr val="000000"/>
              </a:buClr>
              <a:buSzPts val="7900"/>
              <a:buFont typeface="Arial"/>
              <a:buNone/>
            </a:pPr>
            <a:r>
              <a:rPr b="0" i="0" lang="en-US" sz="7400" u="none" cap="none" strike="noStrike">
                <a:solidFill>
                  <a:schemeClr val="lt1"/>
                </a:solidFill>
                <a:latin typeface="Times New Roman"/>
                <a:ea typeface="Times New Roman"/>
                <a:cs typeface="Times New Roman"/>
                <a:sym typeface="Times New Roman"/>
              </a:rPr>
              <a:t>Future Work</a:t>
            </a:r>
            <a:endParaRPr b="0" i="0" sz="7400" u="none" cap="none" strike="noStrike">
              <a:solidFill>
                <a:schemeClr val="lt1"/>
              </a:solidFill>
              <a:latin typeface="Times New Roman"/>
              <a:ea typeface="Times New Roman"/>
              <a:cs typeface="Times New Roman"/>
              <a:sym typeface="Times New Roman"/>
            </a:endParaRPr>
          </a:p>
        </p:txBody>
      </p:sp>
      <p:pic>
        <p:nvPicPr>
          <p:cNvPr id="109" name="Google Shape;109;g1fa778c9e43_0_0"/>
          <p:cNvPicPr preferRelativeResize="0"/>
          <p:nvPr/>
        </p:nvPicPr>
        <p:blipFill rotWithShape="1">
          <a:blip r:embed="rId5">
            <a:alphaModFix/>
          </a:blip>
          <a:srcRect b="6035" l="8941" r="9843" t="10596"/>
          <a:stretch/>
        </p:blipFill>
        <p:spPr>
          <a:xfrm rot="-5400000">
            <a:off x="15140639" y="8920162"/>
            <a:ext cx="12562649" cy="17592452"/>
          </a:xfrm>
          <a:prstGeom prst="rect">
            <a:avLst/>
          </a:prstGeom>
          <a:noFill/>
          <a:ln>
            <a:noFill/>
          </a:ln>
        </p:spPr>
      </p:pic>
      <p:sp>
        <p:nvSpPr>
          <p:cNvPr id="110" name="Google Shape;110;g1fa778c9e43_0_0"/>
          <p:cNvSpPr txBox="1"/>
          <p:nvPr/>
        </p:nvSpPr>
        <p:spPr>
          <a:xfrm>
            <a:off x="32245100" y="15998100"/>
            <a:ext cx="11414700" cy="1323600"/>
          </a:xfrm>
          <a:prstGeom prst="rect">
            <a:avLst/>
          </a:prstGeom>
          <a:solidFill>
            <a:srgbClr val="B40135"/>
          </a:solidFill>
          <a:ln>
            <a:noFill/>
          </a:ln>
        </p:spPr>
        <p:txBody>
          <a:bodyPr anchorCtr="0" anchor="t" bIns="44650" lIns="89275" spcFirstLastPara="1" rIns="89275" wrap="square" tIns="44650">
            <a:noAutofit/>
          </a:bodyPr>
          <a:lstStyle/>
          <a:p>
            <a:pPr indent="0" lvl="0" marL="0" marR="0" rtl="0" algn="ctr">
              <a:lnSpc>
                <a:spcPct val="100000"/>
              </a:lnSpc>
              <a:spcBef>
                <a:spcPts val="0"/>
              </a:spcBef>
              <a:spcAft>
                <a:spcPts val="0"/>
              </a:spcAft>
              <a:buClr>
                <a:srgbClr val="000000"/>
              </a:buClr>
              <a:buSzPts val="7900"/>
              <a:buFont typeface="Arial"/>
              <a:buNone/>
            </a:pPr>
            <a:r>
              <a:rPr lang="en-US" sz="7400">
                <a:solidFill>
                  <a:schemeClr val="lt1"/>
                </a:solidFill>
                <a:latin typeface="Times New Roman"/>
                <a:ea typeface="Times New Roman"/>
                <a:cs typeface="Times New Roman"/>
                <a:sym typeface="Times New Roman"/>
              </a:rPr>
              <a:t>Simulated Cluster Control</a:t>
            </a:r>
            <a:endParaRPr b="0" i="0" sz="7400" u="none" cap="none" strike="noStrike">
              <a:solidFill>
                <a:schemeClr val="lt1"/>
              </a:solidFill>
              <a:latin typeface="Times New Roman"/>
              <a:ea typeface="Times New Roman"/>
              <a:cs typeface="Times New Roman"/>
              <a:sym typeface="Times New Roman"/>
            </a:endParaRPr>
          </a:p>
        </p:txBody>
      </p:sp>
      <p:pic>
        <p:nvPicPr>
          <p:cNvPr id="111" name="Google Shape;111;g1fa778c9e43_0_0"/>
          <p:cNvPicPr preferRelativeResize="0"/>
          <p:nvPr/>
        </p:nvPicPr>
        <p:blipFill>
          <a:blip r:embed="rId6">
            <a:alphaModFix/>
          </a:blip>
          <a:stretch>
            <a:fillRect/>
          </a:stretch>
        </p:blipFill>
        <p:spPr>
          <a:xfrm>
            <a:off x="617750" y="14965375"/>
            <a:ext cx="10401300" cy="6867525"/>
          </a:xfrm>
          <a:prstGeom prst="rect">
            <a:avLst/>
          </a:prstGeom>
          <a:noFill/>
          <a:ln>
            <a:noFill/>
          </a:ln>
        </p:spPr>
      </p:pic>
      <p:pic>
        <p:nvPicPr>
          <p:cNvPr id="112" name="Google Shape;112;g1fa778c9e43_0_0"/>
          <p:cNvPicPr preferRelativeResize="0"/>
          <p:nvPr/>
        </p:nvPicPr>
        <p:blipFill>
          <a:blip r:embed="rId7">
            <a:alphaModFix/>
          </a:blip>
          <a:stretch>
            <a:fillRect/>
          </a:stretch>
        </p:blipFill>
        <p:spPr>
          <a:xfrm>
            <a:off x="1984100" y="23492163"/>
            <a:ext cx="7335299" cy="5050189"/>
          </a:xfrm>
          <a:prstGeom prst="rect">
            <a:avLst/>
          </a:prstGeom>
          <a:noFill/>
          <a:ln cap="flat" cmpd="sng" w="9525">
            <a:solidFill>
              <a:schemeClr val="dk1"/>
            </a:solidFill>
            <a:prstDash val="solid"/>
            <a:round/>
            <a:headEnd len="sm" w="sm" type="none"/>
            <a:tailEnd len="sm" w="sm" type="none"/>
          </a:ln>
        </p:spPr>
      </p:pic>
      <p:sp>
        <p:nvSpPr>
          <p:cNvPr id="113" name="Google Shape;113;g1fa778c9e43_0_0"/>
          <p:cNvSpPr txBox="1"/>
          <p:nvPr/>
        </p:nvSpPr>
        <p:spPr>
          <a:xfrm>
            <a:off x="486894" y="21947863"/>
            <a:ext cx="10520700" cy="1323600"/>
          </a:xfrm>
          <a:prstGeom prst="rect">
            <a:avLst/>
          </a:prstGeom>
          <a:solidFill>
            <a:srgbClr val="B40135"/>
          </a:solidFill>
          <a:ln>
            <a:noFill/>
          </a:ln>
        </p:spPr>
        <p:txBody>
          <a:bodyPr anchorCtr="0" anchor="t" bIns="44650" lIns="89275" spcFirstLastPara="1" rIns="89275" wrap="square" tIns="44650">
            <a:noAutofit/>
          </a:bodyPr>
          <a:lstStyle/>
          <a:p>
            <a:pPr indent="0" lvl="0" marL="0" marR="0" rtl="0" algn="ctr">
              <a:lnSpc>
                <a:spcPct val="100000"/>
              </a:lnSpc>
              <a:spcBef>
                <a:spcPts val="0"/>
              </a:spcBef>
              <a:spcAft>
                <a:spcPts val="0"/>
              </a:spcAft>
              <a:buClr>
                <a:srgbClr val="000000"/>
              </a:buClr>
              <a:buSzPts val="7900"/>
              <a:buFont typeface="Arial"/>
              <a:buNone/>
            </a:pPr>
            <a:r>
              <a:rPr lang="en-US" sz="7400">
                <a:solidFill>
                  <a:schemeClr val="lt1"/>
                </a:solidFill>
                <a:latin typeface="Times New Roman"/>
                <a:ea typeface="Times New Roman"/>
                <a:cs typeface="Times New Roman"/>
                <a:sym typeface="Times New Roman"/>
              </a:rPr>
              <a:t>Scalar Fields</a:t>
            </a:r>
            <a:endParaRPr b="0" i="0" sz="7400" u="none" cap="none" strike="noStrike">
              <a:solidFill>
                <a:schemeClr val="lt1"/>
              </a:solidFill>
              <a:latin typeface="Times New Roman"/>
              <a:ea typeface="Times New Roman"/>
              <a:cs typeface="Times New Roman"/>
              <a:sym typeface="Times New Roman"/>
            </a:endParaRPr>
          </a:p>
        </p:txBody>
      </p:sp>
      <p:pic>
        <p:nvPicPr>
          <p:cNvPr id="114" name="Google Shape;114;g1fa778c9e43_0_0" title="multirobot demo">
            <a:hlinkClick r:id="rId8"/>
          </p:cNvPr>
          <p:cNvPicPr preferRelativeResize="0"/>
          <p:nvPr/>
        </p:nvPicPr>
        <p:blipFill>
          <a:blip r:embed="rId9">
            <a:alphaModFix/>
          </a:blip>
          <a:stretch>
            <a:fillRect/>
          </a:stretch>
        </p:blipFill>
        <p:spPr>
          <a:xfrm>
            <a:off x="32245100" y="17876750"/>
            <a:ext cx="11414700" cy="6420769"/>
          </a:xfrm>
          <a:prstGeom prst="rect">
            <a:avLst/>
          </a:prstGeom>
          <a:noFill/>
          <a:ln cap="flat" cmpd="sng" w="9525">
            <a:solidFill>
              <a:schemeClr val="dk1"/>
            </a:solidFill>
            <a:prstDash val="solid"/>
            <a:round/>
            <a:headEnd len="sm" w="sm" type="none"/>
            <a:tailEnd len="sm" w="sm" type="none"/>
          </a:ln>
        </p:spPr>
      </p:pic>
      <p:pic>
        <p:nvPicPr>
          <p:cNvPr id="115" name="Google Shape;115;g1fa778c9e43_0_0" title="Screen Recording 2024 01 24 at 9 29 34 AM">
            <a:hlinkClick r:id="rId10"/>
          </p:cNvPr>
          <p:cNvPicPr preferRelativeResize="0"/>
          <p:nvPr/>
        </p:nvPicPr>
        <p:blipFill>
          <a:blip r:embed="rId11">
            <a:alphaModFix/>
          </a:blip>
          <a:stretch>
            <a:fillRect/>
          </a:stretch>
        </p:blipFill>
        <p:spPr>
          <a:xfrm>
            <a:off x="14117088" y="25421500"/>
            <a:ext cx="14287476" cy="8036700"/>
          </a:xfrm>
          <a:prstGeom prst="rect">
            <a:avLst/>
          </a:prstGeom>
          <a:noFill/>
          <a:ln>
            <a:noFill/>
          </a:ln>
        </p:spPr>
      </p:pic>
      <p:sp>
        <p:nvSpPr>
          <p:cNvPr id="116" name="Google Shape;116;g1fa778c9e43_0_0"/>
          <p:cNvSpPr txBox="1"/>
          <p:nvPr/>
        </p:nvSpPr>
        <p:spPr>
          <a:xfrm>
            <a:off x="864312" y="28549918"/>
            <a:ext cx="9765900" cy="642000"/>
          </a:xfrm>
          <a:prstGeom prst="rect">
            <a:avLst/>
          </a:prstGeom>
          <a:noFill/>
          <a:ln>
            <a:noFill/>
          </a:ln>
        </p:spPr>
        <p:txBody>
          <a:bodyPr anchorCtr="0" anchor="t" bIns="89275" lIns="89275" spcFirstLastPara="1" rIns="89275" wrap="square" tIns="89275">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B40135"/>
                </a:solidFill>
                <a:latin typeface="Times New Roman"/>
                <a:ea typeface="Times New Roman"/>
                <a:cs typeface="Times New Roman"/>
                <a:sym typeface="Times New Roman"/>
              </a:rPr>
              <a:t>Figure </a:t>
            </a:r>
            <a:r>
              <a:rPr b="1" lang="en-US" sz="3000">
                <a:solidFill>
                  <a:srgbClr val="B40135"/>
                </a:solidFill>
                <a:latin typeface="Times New Roman"/>
                <a:ea typeface="Times New Roman"/>
                <a:cs typeface="Times New Roman"/>
                <a:sym typeface="Times New Roman"/>
              </a:rPr>
              <a:t>2: Archetypal scalar-field</a:t>
            </a:r>
            <a:endParaRPr b="1" i="0" sz="3000" u="none" cap="none" strike="noStrike">
              <a:solidFill>
                <a:srgbClr val="B40135"/>
              </a:solidFill>
              <a:latin typeface="Times New Roman"/>
              <a:ea typeface="Times New Roman"/>
              <a:cs typeface="Times New Roman"/>
              <a:sym typeface="Times New Roman"/>
            </a:endParaRPr>
          </a:p>
        </p:txBody>
      </p:sp>
      <p:sp>
        <p:nvSpPr>
          <p:cNvPr id="117" name="Google Shape;117;g1fa778c9e43_0_0"/>
          <p:cNvSpPr txBox="1"/>
          <p:nvPr/>
        </p:nvSpPr>
        <p:spPr>
          <a:xfrm>
            <a:off x="832937" y="21190893"/>
            <a:ext cx="9765900" cy="642000"/>
          </a:xfrm>
          <a:prstGeom prst="rect">
            <a:avLst/>
          </a:prstGeom>
          <a:noFill/>
          <a:ln>
            <a:noFill/>
          </a:ln>
        </p:spPr>
        <p:txBody>
          <a:bodyPr anchorCtr="0" anchor="t" bIns="89275" lIns="89275" spcFirstLastPara="1" rIns="89275" wrap="square" tIns="89275">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B40135"/>
                </a:solidFill>
                <a:latin typeface="Times New Roman"/>
                <a:ea typeface="Times New Roman"/>
                <a:cs typeface="Times New Roman"/>
                <a:sym typeface="Times New Roman"/>
              </a:rPr>
              <a:t>Figure </a:t>
            </a:r>
            <a:r>
              <a:rPr b="1" lang="en-US" sz="3000">
                <a:solidFill>
                  <a:srgbClr val="B40135"/>
                </a:solidFill>
                <a:latin typeface="Times New Roman"/>
                <a:ea typeface="Times New Roman"/>
                <a:cs typeface="Times New Roman"/>
                <a:sym typeface="Times New Roman"/>
              </a:rPr>
              <a:t>1: Concept of Operations</a:t>
            </a:r>
            <a:endParaRPr b="1" i="0" sz="3000" u="none" cap="none" strike="noStrike">
              <a:solidFill>
                <a:srgbClr val="B40135"/>
              </a:solidFill>
              <a:latin typeface="Times New Roman"/>
              <a:ea typeface="Times New Roman"/>
              <a:cs typeface="Times New Roman"/>
              <a:sym typeface="Times New Roman"/>
            </a:endParaRPr>
          </a:p>
        </p:txBody>
      </p:sp>
      <p:sp>
        <p:nvSpPr>
          <p:cNvPr id="118" name="Google Shape;118;g1fa778c9e43_0_0"/>
          <p:cNvSpPr txBox="1"/>
          <p:nvPr/>
        </p:nvSpPr>
        <p:spPr>
          <a:xfrm>
            <a:off x="32233575" y="6878163"/>
            <a:ext cx="11313000" cy="8584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t/>
            </a:r>
            <a:endParaRPr sz="12900">
              <a:solidFill>
                <a:schemeClr val="dk1"/>
              </a:solidFill>
              <a:latin typeface="Calibri"/>
              <a:ea typeface="Calibri"/>
              <a:cs typeface="Calibri"/>
              <a:sym typeface="Calibri"/>
            </a:endParaRPr>
          </a:p>
        </p:txBody>
      </p:sp>
      <p:cxnSp>
        <p:nvCxnSpPr>
          <p:cNvPr id="119" name="Google Shape;119;g1fa778c9e43_0_0"/>
          <p:cNvCxnSpPr/>
          <p:nvPr/>
        </p:nvCxnSpPr>
        <p:spPr>
          <a:xfrm>
            <a:off x="45872400" y="18383250"/>
            <a:ext cx="3657600" cy="36576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1000"/>
                                        <p:tgtEl>
                                          <p:spTgt spid="1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gtEl>
                                        <p:attrNameLst>
                                          <p:attrName>style.visibility</p:attrName>
                                        </p:attrNameLst>
                                      </p:cBhvr>
                                      <p:to>
                                        <p:strVal val="visible"/>
                                      </p:to>
                                    </p:set>
                                    <p:animEffect filter="fade" transition="in">
                                      <p:cBhvr>
                                        <p:cTn dur="1000"/>
                                        <p:tgtEl>
                                          <p:spTgt spid="1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